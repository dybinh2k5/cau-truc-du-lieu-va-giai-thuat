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5"/>
  </p:notesMasterIdLst>
  <p:sldIdLst>
    <p:sldId id="257" r:id="rId2"/>
    <p:sldId id="365" r:id="rId3"/>
    <p:sldId id="307" r:id="rId4"/>
    <p:sldId id="345" r:id="rId5"/>
    <p:sldId id="348" r:id="rId6"/>
    <p:sldId id="347" r:id="rId7"/>
    <p:sldId id="346" r:id="rId8"/>
    <p:sldId id="349" r:id="rId9"/>
    <p:sldId id="351" r:id="rId10"/>
    <p:sldId id="352" r:id="rId11"/>
    <p:sldId id="353" r:id="rId12"/>
    <p:sldId id="354" r:id="rId13"/>
    <p:sldId id="355" r:id="rId14"/>
    <p:sldId id="356" r:id="rId15"/>
    <p:sldId id="359" r:id="rId16"/>
    <p:sldId id="360" r:id="rId17"/>
    <p:sldId id="361" r:id="rId18"/>
    <p:sldId id="362" r:id="rId19"/>
    <p:sldId id="482" r:id="rId20"/>
    <p:sldId id="480" r:id="rId21"/>
    <p:sldId id="481" r:id="rId22"/>
    <p:sldId id="367" r:id="rId23"/>
    <p:sldId id="373" r:id="rId24"/>
  </p:sldIdLst>
  <p:sldSz cx="12192000"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17" autoAdjust="0"/>
    <p:restoredTop sz="82170" autoAdjust="0"/>
  </p:normalViewPr>
  <p:slideViewPr>
    <p:cSldViewPr snapToGrid="0">
      <p:cViewPr varScale="1">
        <p:scale>
          <a:sx n="63" d="100"/>
          <a:sy n="63" d="100"/>
        </p:scale>
        <p:origin x="71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6DF7F9-CFC5-4D89-8961-C0239DBDFAE0}" type="datetimeFigureOut">
              <a:rPr lang="en-US" smtClean="0"/>
              <a:t>12/1/2024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FFC458-15A8-473E-97CA-B466A563B85A}" type="slidenum">
              <a:rPr lang="en-US" smtClean="0"/>
              <a:t>‹#›</a:t>
            </a:fld>
            <a:endParaRPr lang="en-US"/>
          </a:p>
        </p:txBody>
      </p:sp>
    </p:spTree>
    <p:extLst>
      <p:ext uri="{BB962C8B-B14F-4D97-AF65-F5344CB8AC3E}">
        <p14:creationId xmlns:p14="http://schemas.microsoft.com/office/powerpoint/2010/main" val="2146697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FFC458-15A8-473E-97CA-B466A563B85A}" type="slidenum">
              <a:rPr lang="en-US" smtClean="0"/>
              <a:t>2</a:t>
            </a:fld>
            <a:endParaRPr lang="en-US"/>
          </a:p>
        </p:txBody>
      </p:sp>
    </p:spTree>
    <p:extLst>
      <p:ext uri="{BB962C8B-B14F-4D97-AF65-F5344CB8AC3E}">
        <p14:creationId xmlns:p14="http://schemas.microsoft.com/office/powerpoint/2010/main" val="3154669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267CC2E9-3270-45B5-8347-887F7A51634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Rectangle 3">
            <a:extLst>
              <a:ext uri="{FF2B5EF4-FFF2-40B4-BE49-F238E27FC236}">
                <a16:creationId xmlns:a16="http://schemas.microsoft.com/office/drawing/2014/main" id="{AED6C6AC-9189-4581-A87D-10FBD7F3A99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latin typeface="Arial" panose="020B0604020202020204" pitchFamily="34" charset="0"/>
              </a:rPr>
              <a:t>http://btv.melezinek.cz/binary-search-tree.html</a:t>
            </a:r>
          </a:p>
          <a:p>
            <a:r>
              <a:rPr lang="en-US" altLang="en-US">
                <a:latin typeface="Arial" panose="020B0604020202020204" pitchFamily="34" charset="0"/>
              </a:rPr>
              <a:t>https://www.cs.usfca.edu/~galles/visualization/BST.html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472D32C1-68F4-4C18-8971-0D87146137E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Rectangle 3">
            <a:extLst>
              <a:ext uri="{FF2B5EF4-FFF2-40B4-BE49-F238E27FC236}">
                <a16:creationId xmlns:a16="http://schemas.microsoft.com/office/drawing/2014/main" id="{0D8E2C45-F508-483C-A7BB-1F711B2464B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47469296-E229-4BAD-A344-5D25B02FF8A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Rectangle 3">
            <a:extLst>
              <a:ext uri="{FF2B5EF4-FFF2-40B4-BE49-F238E27FC236}">
                <a16:creationId xmlns:a16="http://schemas.microsoft.com/office/drawing/2014/main" id="{9D606F57-88D6-4EFF-9BB2-8C90F1EBC5D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3CBAA48E-0579-4584-96C7-D89A6324615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Rectangle 3">
            <a:extLst>
              <a:ext uri="{FF2B5EF4-FFF2-40B4-BE49-F238E27FC236}">
                <a16:creationId xmlns:a16="http://schemas.microsoft.com/office/drawing/2014/main" id="{B6605E5B-4D35-43AD-B7FC-A4F344D20FD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013DB5AB-C7BC-479F-8758-EA6365E3404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9" name="Rectangle 3">
            <a:extLst>
              <a:ext uri="{FF2B5EF4-FFF2-40B4-BE49-F238E27FC236}">
                <a16:creationId xmlns:a16="http://schemas.microsoft.com/office/drawing/2014/main" id="{8BD92225-7551-4233-8D98-36E800D017E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35A70445-C786-4863-B196-0980798EDEA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Rectangle 3">
            <a:extLst>
              <a:ext uri="{FF2B5EF4-FFF2-40B4-BE49-F238E27FC236}">
                <a16:creationId xmlns:a16="http://schemas.microsoft.com/office/drawing/2014/main" id="{A99A6268-8471-4C9B-AE8E-5FF8469BD8B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502ADB32-60EC-4942-8BFD-3D0CDE390E5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3" name="Rectangle 3">
            <a:extLst>
              <a:ext uri="{FF2B5EF4-FFF2-40B4-BE49-F238E27FC236}">
                <a16:creationId xmlns:a16="http://schemas.microsoft.com/office/drawing/2014/main" id="{C646AE55-D6A8-420B-A22E-D3B38D03084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A079F89D-BF27-4757-9A6B-981596C933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1" name="Rectangle 3">
            <a:extLst>
              <a:ext uri="{FF2B5EF4-FFF2-40B4-BE49-F238E27FC236}">
                <a16:creationId xmlns:a16="http://schemas.microsoft.com/office/drawing/2014/main" id="{A557456F-3C10-4A23-9D4E-418C2B62312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3881E5E7-102C-40EF-8D34-373724E80D8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Rectangle 3">
            <a:extLst>
              <a:ext uri="{FF2B5EF4-FFF2-40B4-BE49-F238E27FC236}">
                <a16:creationId xmlns:a16="http://schemas.microsoft.com/office/drawing/2014/main" id="{7DA01D6C-80A3-49C5-8A0D-D4CC7D61368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2B03B597-CFDD-4F73-8530-7FA3DD7DD27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7" name="Rectangle 3">
            <a:extLst>
              <a:ext uri="{FF2B5EF4-FFF2-40B4-BE49-F238E27FC236}">
                <a16:creationId xmlns:a16="http://schemas.microsoft.com/office/drawing/2014/main" id="{A55DD699-A1A8-44F9-8217-EF4D1AEA717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B64C5ACE-7487-4898-8B0F-AE55631E52D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0595" name="Rectangle 3">
            <a:extLst>
              <a:ext uri="{FF2B5EF4-FFF2-40B4-BE49-F238E27FC236}">
                <a16:creationId xmlns:a16="http://schemas.microsoft.com/office/drawing/2014/main" id="{776AF666-EBAC-4D66-A7C2-C1504763D17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2108BDD6-833D-476C-AE2D-E43156092C7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43" name="Rectangle 3">
            <a:extLst>
              <a:ext uri="{FF2B5EF4-FFF2-40B4-BE49-F238E27FC236}">
                <a16:creationId xmlns:a16="http://schemas.microsoft.com/office/drawing/2014/main" id="{3E44F11F-5D80-4A1C-B3F2-4E3E3FD7915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buClr>
                <a:srgbClr val="002776"/>
              </a:buClr>
              <a:buFont typeface="Wingdings" panose="05000000000000000000" pitchFamily="2" charset="2"/>
              <a:buNone/>
            </a:pPr>
            <a:r>
              <a:rPr lang="en-AU" altLang="en-US"/>
              <a:t>Xem lại ở các slide trước, các hàm sau:</a:t>
            </a:r>
          </a:p>
          <a:p>
            <a:pPr marL="0" lvl="1" algn="l" defTabSz="914400" rtl="0" eaLnBrk="1" latinLnBrk="0" hangingPunct="1">
              <a:buClr>
                <a:srgbClr val="002776"/>
              </a:buClr>
              <a:buFont typeface="Wingdings" panose="05000000000000000000" pitchFamily="2" charset="2"/>
              <a:buNone/>
            </a:pPr>
            <a:r>
              <a:rPr lang="en-AU" altLang="en-US" sz="1200" kern="1200">
                <a:solidFill>
                  <a:schemeClr val="tx1"/>
                </a:solidFill>
                <a:latin typeface="+mn-lt"/>
                <a:ea typeface="+mn-ea"/>
                <a:cs typeface="+mn-cs"/>
              </a:rPr>
              <a:t>- BNODE* CreateNode(int x)</a:t>
            </a:r>
          </a:p>
          <a:p>
            <a:pPr marL="0" lvl="1" algn="l" defTabSz="914400" rtl="0" eaLnBrk="1" latinLnBrk="0" hangingPunct="1">
              <a:buClr>
                <a:srgbClr val="002776"/>
              </a:buClr>
              <a:buFont typeface="Wingdings" panose="05000000000000000000" pitchFamily="2" charset="2"/>
              <a:buNone/>
            </a:pPr>
            <a:r>
              <a:rPr lang="en-AU" altLang="en-US" sz="1200" kern="1200">
                <a:solidFill>
                  <a:schemeClr val="tx1"/>
                </a:solidFill>
                <a:latin typeface="+mn-lt"/>
                <a:ea typeface="+mn-ea"/>
                <a:cs typeface="+mn-cs"/>
              </a:rPr>
              <a:t>- int InsertNode(BNODE* &amp;p, int x)</a:t>
            </a:r>
          </a:p>
          <a:p>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09B76C3A-6B3B-492D-8A37-F52509855B8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7" name="Rectangle 3">
            <a:extLst>
              <a:ext uri="{FF2B5EF4-FFF2-40B4-BE49-F238E27FC236}">
                <a16:creationId xmlns:a16="http://schemas.microsoft.com/office/drawing/2014/main" id="{3065D8B8-11D6-48D9-B9CD-91F65D352D8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8CBACF1D-5CFD-4E7B-B2DF-4B82C328BAF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5" name="Rectangle 3">
            <a:extLst>
              <a:ext uri="{FF2B5EF4-FFF2-40B4-BE49-F238E27FC236}">
                <a16:creationId xmlns:a16="http://schemas.microsoft.com/office/drawing/2014/main" id="{E00DFD73-789E-49E6-82E8-D524CD17E5E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ED90DCC9-8D54-4F8D-8904-34590837AF1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3" name="Rectangle 3">
            <a:extLst>
              <a:ext uri="{FF2B5EF4-FFF2-40B4-BE49-F238E27FC236}">
                <a16:creationId xmlns:a16="http://schemas.microsoft.com/office/drawing/2014/main" id="{8D09E23E-DBCD-4AF4-B74C-5C94539CD95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BD2A6612-21D0-468C-8E3E-F7363D1E77B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1" name="Rectangle 3">
            <a:extLst>
              <a:ext uri="{FF2B5EF4-FFF2-40B4-BE49-F238E27FC236}">
                <a16:creationId xmlns:a16="http://schemas.microsoft.com/office/drawing/2014/main" id="{6C45AB09-81FE-45F1-9BCF-9CE1EF2F419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C1B3CFE9-528D-4B25-A814-218338CFA48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79" name="Rectangle 3">
            <a:extLst>
              <a:ext uri="{FF2B5EF4-FFF2-40B4-BE49-F238E27FC236}">
                <a16:creationId xmlns:a16="http://schemas.microsoft.com/office/drawing/2014/main" id="{26A5F1A1-66CC-4994-8469-AAA72B45C3E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42386895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C1B3CFE9-528D-4B25-A814-218338CFA48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79" name="Rectangle 3">
            <a:extLst>
              <a:ext uri="{FF2B5EF4-FFF2-40B4-BE49-F238E27FC236}">
                <a16:creationId xmlns:a16="http://schemas.microsoft.com/office/drawing/2014/main" id="{26A5F1A1-66CC-4994-8469-AAA72B45C3E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3313230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C50D8943-3FAF-4111-945B-868CC6379EF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7" name="Rectangle 3">
            <a:extLst>
              <a:ext uri="{FF2B5EF4-FFF2-40B4-BE49-F238E27FC236}">
                <a16:creationId xmlns:a16="http://schemas.microsoft.com/office/drawing/2014/main" id="{566B4C66-334E-46AD-8B22-B0F823C4EE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832984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5D96328D-D76A-48F3-8EC4-F7FCD8F8CAA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Rectangle 3">
            <a:extLst>
              <a:ext uri="{FF2B5EF4-FFF2-40B4-BE49-F238E27FC236}">
                <a16:creationId xmlns:a16="http://schemas.microsoft.com/office/drawing/2014/main" id="{B9DD2F91-BEC6-4AF9-BD70-94F12054C42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EFFC458-15A8-473E-97CA-B466A563B85A}" type="slidenum">
              <a:rPr lang="en-US" smtClean="0"/>
              <a:t>23</a:t>
            </a:fld>
            <a:endParaRPr lang="en-US"/>
          </a:p>
        </p:txBody>
      </p:sp>
    </p:spTree>
    <p:extLst>
      <p:ext uri="{BB962C8B-B14F-4D97-AF65-F5344CB8AC3E}">
        <p14:creationId xmlns:p14="http://schemas.microsoft.com/office/powerpoint/2010/main" val="40032772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92892" y="2047102"/>
            <a:ext cx="9594308" cy="1676400"/>
          </a:xfrm>
        </p:spPr>
        <p:txBody>
          <a:bodyPr>
            <a:noAutofit/>
            <a:scene3d>
              <a:camera prst="orthographicFront"/>
              <a:lightRig rig="threePt" dir="t"/>
            </a:scene3d>
            <a:sp3d extrusionH="57150">
              <a:bevelT w="38100" h="38100"/>
            </a:sp3d>
          </a:bodyPr>
          <a:lstStyle>
            <a:lvl1pPr>
              <a:lnSpc>
                <a:spcPct val="80000"/>
              </a:lnSpc>
              <a:defRPr sz="6000" b="0" cap="none" spc="0">
                <a:ln w="0"/>
                <a:solidFill>
                  <a:schemeClr val="accent3">
                    <a:lumMod val="75000"/>
                  </a:schemeClr>
                </a:solidFill>
                <a:effectLst>
                  <a:outerShdw blurRad="38100" dist="25400" dir="5400000" algn="ctr" rotWithShape="0">
                    <a:srgbClr val="6E747A">
                      <a:alpha val="43000"/>
                    </a:srgbClr>
                  </a:outerShdw>
                </a:effectLst>
              </a:defRPr>
            </a:lvl1pPr>
          </a:lstStyle>
          <a:p>
            <a:r>
              <a:rPr lang="en-US"/>
              <a:t>Click to edit Master title style</a:t>
            </a:r>
            <a:endParaRPr/>
          </a:p>
        </p:txBody>
      </p:sp>
      <p:sp>
        <p:nvSpPr>
          <p:cNvPr id="3" name="Subtitle 2"/>
          <p:cNvSpPr>
            <a:spLocks noGrp="1"/>
          </p:cNvSpPr>
          <p:nvPr>
            <p:ph type="subTitle" idx="1"/>
          </p:nvPr>
        </p:nvSpPr>
        <p:spPr>
          <a:xfrm>
            <a:off x="2292892" y="3774301"/>
            <a:ext cx="9594308" cy="886344"/>
          </a:xfrm>
        </p:spPr>
        <p:txBody>
          <a:bodyPr>
            <a:normAutofit/>
            <a:scene3d>
              <a:camera prst="orthographicFront"/>
              <a:lightRig rig="threePt" dir="t"/>
            </a:scene3d>
            <a:sp3d extrusionH="57150">
              <a:bevelT w="38100" h="38100"/>
            </a:sp3d>
          </a:bodyPr>
          <a:lstStyle>
            <a:lvl1pPr marL="0" indent="0" algn="l">
              <a:buNone/>
              <a:defRPr sz="2800">
                <a:solidFill>
                  <a:srgbClr val="002060"/>
                </a:solidFill>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5" name="Footer Placeholder 4"/>
          <p:cNvSpPr>
            <a:spLocks noGrp="1"/>
          </p:cNvSpPr>
          <p:nvPr>
            <p:ph type="ftr" sz="quarter" idx="11"/>
          </p:nvPr>
        </p:nvSpPr>
        <p:spPr/>
        <p:txBody>
          <a:bodyPr/>
          <a:lstStyle/>
          <a:p>
            <a:r>
              <a:rPr lang="en-US"/>
              <a:t>Cấu Trúc Dữ Liệu &amp; Giải Thuật (Data Structures &amp; Algorithms) - Cây (Tree)</a:t>
            </a:r>
          </a:p>
        </p:txBody>
      </p:sp>
      <p:sp>
        <p:nvSpPr>
          <p:cNvPr id="4" name="Date Placeholder 3"/>
          <p:cNvSpPr>
            <a:spLocks noGrp="1"/>
          </p:cNvSpPr>
          <p:nvPr>
            <p:ph type="dt" sz="half" idx="10"/>
          </p:nvPr>
        </p:nvSpPr>
        <p:spPr/>
        <p:txBody>
          <a:bodyPr/>
          <a:lstStyle/>
          <a:p>
            <a:fld id="{014E4129-8558-411E-A8AF-2BF463C6E9E7}" type="datetime1">
              <a:rPr lang="vi-VN" smtClean="0"/>
              <a:t>01/12/2024</a:t>
            </a:fld>
            <a:endParaRPr lang="en-US"/>
          </a:p>
        </p:txBody>
      </p:sp>
      <p:sp>
        <p:nvSpPr>
          <p:cNvPr id="6" name="Slide Number Placeholder 5"/>
          <p:cNvSpPr>
            <a:spLocks noGrp="1"/>
          </p:cNvSpPr>
          <p:nvPr>
            <p:ph type="sldNum" sz="quarter" idx="12"/>
          </p:nvPr>
        </p:nvSpPr>
        <p:spPr/>
        <p:txBody>
          <a:bodyPr/>
          <a:lstStyle/>
          <a:p>
            <a:fld id="{21782F98-F548-4E33-958E-D2A6C4BA8EFA}" type="slidenum">
              <a:rPr lang="en-US" smtClean="0"/>
              <a:t>‹#›</a:t>
            </a:fld>
            <a:endParaRPr lang="en-US"/>
          </a:p>
        </p:txBody>
      </p:sp>
      <p:grpSp>
        <p:nvGrpSpPr>
          <p:cNvPr id="12" name="Group 11">
            <a:extLst>
              <a:ext uri="{FF2B5EF4-FFF2-40B4-BE49-F238E27FC236}">
                <a16:creationId xmlns:a16="http://schemas.microsoft.com/office/drawing/2014/main" id="{449B8A27-3EA1-4728-A36E-35B620DF7691}"/>
              </a:ext>
            </a:extLst>
          </p:cNvPr>
          <p:cNvGrpSpPr/>
          <p:nvPr/>
        </p:nvGrpSpPr>
        <p:grpSpPr>
          <a:xfrm>
            <a:off x="9201323" y="1"/>
            <a:ext cx="2990677" cy="977265"/>
            <a:chOff x="3054154" y="4685464"/>
            <a:chExt cx="2989898" cy="977265"/>
          </a:xfrm>
        </p:grpSpPr>
        <p:sp>
          <p:nvSpPr>
            <p:cNvPr id="14" name="Rectangle 13">
              <a:extLst>
                <a:ext uri="{FF2B5EF4-FFF2-40B4-BE49-F238E27FC236}">
                  <a16:creationId xmlns:a16="http://schemas.microsoft.com/office/drawing/2014/main" id="{436329EE-CCCE-4AC0-9DB2-5F80B2AA0D83}"/>
                </a:ext>
              </a:extLst>
            </p:cNvPr>
            <p:cNvSpPr/>
            <p:nvPr/>
          </p:nvSpPr>
          <p:spPr>
            <a:xfrm>
              <a:off x="3331332" y="5066464"/>
              <a:ext cx="2331720" cy="32004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www.hoasen.edu.vn</a:t>
              </a:r>
            </a:p>
          </p:txBody>
        </p:sp>
        <p:sp>
          <p:nvSpPr>
            <p:cNvPr id="15" name="Rectangle 14">
              <a:extLst>
                <a:ext uri="{FF2B5EF4-FFF2-40B4-BE49-F238E27FC236}">
                  <a16:creationId xmlns:a16="http://schemas.microsoft.com/office/drawing/2014/main" id="{BF503A9F-91CA-4940-BAC2-D67FF53B17C5}"/>
                </a:ext>
              </a:extLst>
            </p:cNvPr>
            <p:cNvSpPr/>
            <p:nvPr/>
          </p:nvSpPr>
          <p:spPr>
            <a:xfrm>
              <a:off x="3054154" y="5385551"/>
              <a:ext cx="277178" cy="277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a:extLst>
                <a:ext uri="{FF2B5EF4-FFF2-40B4-BE49-F238E27FC236}">
                  <a16:creationId xmlns:a16="http://schemas.microsoft.com/office/drawing/2014/main" id="{2B67EDA8-6C95-41BD-B178-C180F700E4B2}"/>
                </a:ext>
              </a:extLst>
            </p:cNvPr>
            <p:cNvSpPr/>
            <p:nvPr/>
          </p:nvSpPr>
          <p:spPr>
            <a:xfrm>
              <a:off x="5663052" y="4685464"/>
              <a:ext cx="381000" cy="381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7" name="Picture 16">
            <a:extLst>
              <a:ext uri="{FF2B5EF4-FFF2-40B4-BE49-F238E27FC236}">
                <a16:creationId xmlns:a16="http://schemas.microsoft.com/office/drawing/2014/main" id="{68BF2221-00FE-4DF5-A069-2B837EDC398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950" y="70364"/>
            <a:ext cx="1219199" cy="996436"/>
          </a:xfrm>
          <a:prstGeom prst="rect">
            <a:avLst/>
          </a:prstGeom>
        </p:spPr>
      </p:pic>
      <p:grpSp>
        <p:nvGrpSpPr>
          <p:cNvPr id="18" name="squares">
            <a:extLst>
              <a:ext uri="{FF2B5EF4-FFF2-40B4-BE49-F238E27FC236}">
                <a16:creationId xmlns:a16="http://schemas.microsoft.com/office/drawing/2014/main" id="{1B50D0F4-1489-4253-A226-715457F571D1}"/>
              </a:ext>
            </a:extLst>
          </p:cNvPr>
          <p:cNvGrpSpPr/>
          <p:nvPr/>
        </p:nvGrpSpPr>
        <p:grpSpPr>
          <a:xfrm>
            <a:off x="0" y="2918442"/>
            <a:ext cx="1622755" cy="805061"/>
            <a:chOff x="0" y="2343311"/>
            <a:chExt cx="1217066" cy="603796"/>
          </a:xfrm>
        </p:grpSpPr>
        <p:sp>
          <p:nvSpPr>
            <p:cNvPr id="19" name="Rounded Rectangle 7">
              <a:extLst>
                <a:ext uri="{FF2B5EF4-FFF2-40B4-BE49-F238E27FC236}">
                  <a16:creationId xmlns:a16="http://schemas.microsoft.com/office/drawing/2014/main" id="{EB5961F1-EADE-4873-B490-A198A56659CA}"/>
                </a:ext>
              </a:extLst>
            </p:cNvPr>
            <p:cNvSpPr/>
            <p:nvPr/>
          </p:nvSpPr>
          <p:spPr>
            <a:xfrm>
              <a:off x="787514" y="2347123"/>
              <a:ext cx="429552" cy="59998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0" name="Rounded Rectangle 8">
              <a:extLst>
                <a:ext uri="{FF2B5EF4-FFF2-40B4-BE49-F238E27FC236}">
                  <a16:creationId xmlns:a16="http://schemas.microsoft.com/office/drawing/2014/main" id="{4B052CC2-AE5F-457A-9F64-599115C7860C}"/>
                </a:ext>
              </a:extLst>
            </p:cNvPr>
            <p:cNvSpPr/>
            <p:nvPr/>
          </p:nvSpPr>
          <p:spPr>
            <a:xfrm>
              <a:off x="286370" y="2347123"/>
              <a:ext cx="429552" cy="5999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1" name="Round Same Side Corner Rectangle 9">
              <a:extLst>
                <a:ext uri="{FF2B5EF4-FFF2-40B4-BE49-F238E27FC236}">
                  <a16:creationId xmlns:a16="http://schemas.microsoft.com/office/drawing/2014/main" id="{4E90F40F-56E0-4ADC-A71D-BB8EB1E62E22}"/>
                </a:ext>
              </a:extLst>
            </p:cNvPr>
            <p:cNvSpPr/>
            <p:nvPr/>
          </p:nvSpPr>
          <p:spPr>
            <a:xfrm rot="5400000">
              <a:off x="-192604" y="2535915"/>
              <a:ext cx="599986" cy="214778"/>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Tree>
    <p:extLst>
      <p:ext uri="{BB962C8B-B14F-4D97-AF65-F5344CB8AC3E}">
        <p14:creationId xmlns:p14="http://schemas.microsoft.com/office/powerpoint/2010/main" val="3837522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1pPr>
              <a:buClr>
                <a:schemeClr val="accent4">
                  <a:lumMod val="50000"/>
                </a:schemeClr>
              </a:buClr>
              <a:defRPr/>
            </a:lvl1pPr>
            <a:lvl2pPr>
              <a:buClr>
                <a:schemeClr val="accent4">
                  <a:lumMod val="50000"/>
                </a:schemeClr>
              </a:buClr>
              <a:defRPr/>
            </a:lvl2pPr>
            <a:lvl3pPr>
              <a:buClr>
                <a:schemeClr val="accent4">
                  <a:lumMod val="50000"/>
                </a:schemeClr>
              </a:buClr>
              <a:defRPr/>
            </a:lvl3pPr>
            <a:lvl4pPr>
              <a:buClr>
                <a:schemeClr val="accent4">
                  <a:lumMod val="50000"/>
                </a:schemeClr>
              </a:buClr>
              <a:defRPr/>
            </a:lvl4pPr>
            <a:lvl5pPr>
              <a:buClr>
                <a:schemeClr val="accent4">
                  <a:lumMod val="50000"/>
                </a:schemeClr>
              </a:buCl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Cấu Trúc Dữ Liệu &amp; Giải Thuật (Data Structures &amp; Algorithms) - Cây (Tree)</a:t>
            </a:r>
          </a:p>
        </p:txBody>
      </p:sp>
      <p:sp>
        <p:nvSpPr>
          <p:cNvPr id="4" name="Date Placeholder 3"/>
          <p:cNvSpPr>
            <a:spLocks noGrp="1"/>
          </p:cNvSpPr>
          <p:nvPr>
            <p:ph type="dt" sz="half" idx="10"/>
          </p:nvPr>
        </p:nvSpPr>
        <p:spPr/>
        <p:txBody>
          <a:bodyPr/>
          <a:lstStyle/>
          <a:p>
            <a:fld id="{37AF2284-59D3-4D2C-AABB-172835E18FFF}" type="datetime1">
              <a:rPr lang="vi-VN" smtClean="0"/>
              <a:t>01/12/2024</a:t>
            </a:fld>
            <a:endParaRPr lang="en-US"/>
          </a:p>
        </p:txBody>
      </p:sp>
      <p:sp>
        <p:nvSpPr>
          <p:cNvPr id="6" name="Slide Number Placeholder 5"/>
          <p:cNvSpPr>
            <a:spLocks noGrp="1"/>
          </p:cNvSpPr>
          <p:nvPr>
            <p:ph type="sldNum" sz="quarter" idx="12"/>
          </p:nvPr>
        </p:nvSpPr>
        <p:spPr/>
        <p:txBody>
          <a:bodyPr/>
          <a:lstStyle/>
          <a:p>
            <a:fld id="{21782F98-F548-4E33-958E-D2A6C4BA8EFA}" type="slidenum">
              <a:rPr lang="en-US" smtClean="0"/>
              <a:t>‹#›</a:t>
            </a:fld>
            <a:endParaRPr lang="en-US"/>
          </a:p>
        </p:txBody>
      </p:sp>
    </p:spTree>
    <p:extLst>
      <p:ext uri="{BB962C8B-B14F-4D97-AF65-F5344CB8AC3E}">
        <p14:creationId xmlns:p14="http://schemas.microsoft.com/office/powerpoint/2010/main" val="3739056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squares"/>
          <p:cNvGrpSpPr/>
          <p:nvPr/>
        </p:nvGrpSpPr>
        <p:grpSpPr>
          <a:xfrm>
            <a:off x="0" y="3232825"/>
            <a:ext cx="1622755" cy="805061"/>
            <a:chOff x="0" y="2343311"/>
            <a:chExt cx="1217066" cy="603796"/>
          </a:xfrm>
        </p:grpSpPr>
        <p:sp>
          <p:nvSpPr>
            <p:cNvPr id="8" name="Rounded Rectangle 7"/>
            <p:cNvSpPr/>
            <p:nvPr/>
          </p:nvSpPr>
          <p:spPr>
            <a:xfrm>
              <a:off x="787514" y="2347123"/>
              <a:ext cx="429552" cy="59998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9" name="Rounded Rectangle 8"/>
            <p:cNvSpPr/>
            <p:nvPr/>
          </p:nvSpPr>
          <p:spPr>
            <a:xfrm>
              <a:off x="286370" y="2347123"/>
              <a:ext cx="429552" cy="5999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ound Same Side Corner Rectangle 9"/>
            <p:cNvSpPr/>
            <p:nvPr/>
          </p:nvSpPr>
          <p:spPr>
            <a:xfrm rot="5400000">
              <a:off x="-192604" y="2535915"/>
              <a:ext cx="599986" cy="214778"/>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
        <p:nvSpPr>
          <p:cNvPr id="2" name="Title 1"/>
          <p:cNvSpPr>
            <a:spLocks noGrp="1"/>
          </p:cNvSpPr>
          <p:nvPr>
            <p:ph type="title"/>
          </p:nvPr>
        </p:nvSpPr>
        <p:spPr>
          <a:xfrm>
            <a:off x="2633471" y="1263467"/>
            <a:ext cx="8339329" cy="1662614"/>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2633471" y="2998623"/>
            <a:ext cx="8339330" cy="2880969"/>
          </a:xfrm>
        </p:spPr>
        <p:txBody>
          <a:bodyPr anchor="t">
            <a:normAutofit/>
          </a:bodyPr>
          <a:lstStyle>
            <a:lvl1pPr marL="457200" indent="-457200">
              <a:buFont typeface="Wingdings" panose="05000000000000000000" pitchFamily="2" charset="2"/>
              <a:buChar char="§"/>
              <a:defRPr sz="2800">
                <a:solidFill>
                  <a:srgbClr val="002060"/>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a:t>Cấu Trúc Dữ Liệu &amp; Giải Thuật (Data Structures &amp; Algorithms) - Cây (Tree)</a:t>
            </a:r>
          </a:p>
        </p:txBody>
      </p:sp>
      <p:sp>
        <p:nvSpPr>
          <p:cNvPr id="4" name="Date Placeholder 3"/>
          <p:cNvSpPr>
            <a:spLocks noGrp="1"/>
          </p:cNvSpPr>
          <p:nvPr>
            <p:ph type="dt" sz="half" idx="10"/>
          </p:nvPr>
        </p:nvSpPr>
        <p:spPr/>
        <p:txBody>
          <a:bodyPr/>
          <a:lstStyle/>
          <a:p>
            <a:fld id="{CE450E30-5047-4AD2-A5B2-3124E2FA4F71}" type="datetime1">
              <a:rPr lang="vi-VN" smtClean="0"/>
              <a:t>01/12/2024</a:t>
            </a:fld>
            <a:endParaRPr lang="en-US"/>
          </a:p>
        </p:txBody>
      </p:sp>
      <p:sp>
        <p:nvSpPr>
          <p:cNvPr id="6" name="Slide Number Placeholder 5"/>
          <p:cNvSpPr>
            <a:spLocks noGrp="1"/>
          </p:cNvSpPr>
          <p:nvPr>
            <p:ph type="sldNum" sz="quarter" idx="12"/>
          </p:nvPr>
        </p:nvSpPr>
        <p:spPr/>
        <p:txBody>
          <a:bodyPr/>
          <a:lstStyle/>
          <a:p>
            <a:fld id="{21782F98-F548-4E33-958E-D2A6C4BA8EFA}" type="slidenum">
              <a:rPr lang="en-US" smtClean="0"/>
              <a:t>‹#›</a:t>
            </a:fld>
            <a:endParaRPr lang="en-US"/>
          </a:p>
        </p:txBody>
      </p:sp>
      <p:grpSp>
        <p:nvGrpSpPr>
          <p:cNvPr id="11" name="Group 10">
            <a:extLst>
              <a:ext uri="{FF2B5EF4-FFF2-40B4-BE49-F238E27FC236}">
                <a16:creationId xmlns:a16="http://schemas.microsoft.com/office/drawing/2014/main" id="{D3AEF9CF-A1B6-4C1A-8CE3-C3BB79B039BC}"/>
              </a:ext>
            </a:extLst>
          </p:cNvPr>
          <p:cNvGrpSpPr/>
          <p:nvPr/>
        </p:nvGrpSpPr>
        <p:grpSpPr>
          <a:xfrm>
            <a:off x="9201323" y="1"/>
            <a:ext cx="2990677" cy="977265"/>
            <a:chOff x="3054154" y="4685464"/>
            <a:chExt cx="2989898" cy="977265"/>
          </a:xfrm>
        </p:grpSpPr>
        <p:sp>
          <p:nvSpPr>
            <p:cNvPr id="12" name="Rectangle 11">
              <a:extLst>
                <a:ext uri="{FF2B5EF4-FFF2-40B4-BE49-F238E27FC236}">
                  <a16:creationId xmlns:a16="http://schemas.microsoft.com/office/drawing/2014/main" id="{3129AF9A-BFB1-433D-BABF-9882B69E5FB9}"/>
                </a:ext>
              </a:extLst>
            </p:cNvPr>
            <p:cNvSpPr/>
            <p:nvPr/>
          </p:nvSpPr>
          <p:spPr>
            <a:xfrm>
              <a:off x="3331332" y="5066464"/>
              <a:ext cx="2331720" cy="32004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www.hoasen.edu.vn</a:t>
              </a:r>
            </a:p>
          </p:txBody>
        </p:sp>
        <p:sp>
          <p:nvSpPr>
            <p:cNvPr id="13" name="Rectangle 12">
              <a:extLst>
                <a:ext uri="{FF2B5EF4-FFF2-40B4-BE49-F238E27FC236}">
                  <a16:creationId xmlns:a16="http://schemas.microsoft.com/office/drawing/2014/main" id="{D122B2BC-C260-404D-AAFC-2E015E6C4DA6}"/>
                </a:ext>
              </a:extLst>
            </p:cNvPr>
            <p:cNvSpPr/>
            <p:nvPr/>
          </p:nvSpPr>
          <p:spPr>
            <a:xfrm>
              <a:off x="3054154" y="5385551"/>
              <a:ext cx="277178" cy="277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Rectangle 13">
              <a:extLst>
                <a:ext uri="{FF2B5EF4-FFF2-40B4-BE49-F238E27FC236}">
                  <a16:creationId xmlns:a16="http://schemas.microsoft.com/office/drawing/2014/main" id="{C979C986-FCE1-4BC9-8ABC-DFCEDBD10D33}"/>
                </a:ext>
              </a:extLst>
            </p:cNvPr>
            <p:cNvSpPr/>
            <p:nvPr/>
          </p:nvSpPr>
          <p:spPr>
            <a:xfrm>
              <a:off x="5663052" y="4685464"/>
              <a:ext cx="381000" cy="381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15" name="Picture 14">
            <a:extLst>
              <a:ext uri="{FF2B5EF4-FFF2-40B4-BE49-F238E27FC236}">
                <a16:creationId xmlns:a16="http://schemas.microsoft.com/office/drawing/2014/main" id="{8E096A75-8096-4EB1-9A83-06C91A2E34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4950" y="70364"/>
            <a:ext cx="1219199" cy="996436"/>
          </a:xfrm>
          <a:prstGeom prst="rect">
            <a:avLst/>
          </a:prstGeom>
        </p:spPr>
      </p:pic>
    </p:spTree>
    <p:extLst>
      <p:ext uri="{BB962C8B-B14F-4D97-AF65-F5344CB8AC3E}">
        <p14:creationId xmlns:p14="http://schemas.microsoft.com/office/powerpoint/2010/main" val="4147671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41709" y="152400"/>
            <a:ext cx="9753600" cy="1295400"/>
          </a:xfrm>
        </p:spPr>
        <p:txBody>
          <a:bodyPr/>
          <a:lstStyle/>
          <a:p>
            <a:r>
              <a:rPr lang="en-US"/>
              <a:t>Click to edit Master title style</a:t>
            </a:r>
            <a:endParaRPr/>
          </a:p>
        </p:txBody>
      </p:sp>
      <p:sp>
        <p:nvSpPr>
          <p:cNvPr id="3" name="Content Placeholder 2"/>
          <p:cNvSpPr>
            <a:spLocks noGrp="1"/>
          </p:cNvSpPr>
          <p:nvPr>
            <p:ph sz="half" idx="1"/>
          </p:nvPr>
        </p:nvSpPr>
        <p:spPr>
          <a:xfrm>
            <a:off x="1141709" y="1600200"/>
            <a:ext cx="4876800" cy="4572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095999" y="1600200"/>
            <a:ext cx="4876800" cy="4572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a:t>Cấu Trúc Dữ Liệu &amp; Giải Thuật (Data Structures &amp; Algorithms) - Cây (Tree)</a:t>
            </a:r>
          </a:p>
        </p:txBody>
      </p:sp>
      <p:sp>
        <p:nvSpPr>
          <p:cNvPr id="5" name="Date Placeholder 4"/>
          <p:cNvSpPr>
            <a:spLocks noGrp="1"/>
          </p:cNvSpPr>
          <p:nvPr>
            <p:ph type="dt" sz="half" idx="10"/>
          </p:nvPr>
        </p:nvSpPr>
        <p:spPr/>
        <p:txBody>
          <a:bodyPr/>
          <a:lstStyle/>
          <a:p>
            <a:fld id="{C4CC4CA3-497D-476A-92EC-70DC3FDE7F15}" type="datetime1">
              <a:rPr lang="vi-VN" smtClean="0"/>
              <a:t>01/12/2024</a:t>
            </a:fld>
            <a:endParaRPr lang="en-US"/>
          </a:p>
        </p:txBody>
      </p:sp>
      <p:sp>
        <p:nvSpPr>
          <p:cNvPr id="7" name="Slide Number Placeholder 6"/>
          <p:cNvSpPr>
            <a:spLocks noGrp="1"/>
          </p:cNvSpPr>
          <p:nvPr>
            <p:ph type="sldNum" sz="quarter" idx="12"/>
          </p:nvPr>
        </p:nvSpPr>
        <p:spPr/>
        <p:txBody>
          <a:bodyPr/>
          <a:lstStyle/>
          <a:p>
            <a:fld id="{21782F98-F548-4E33-958E-D2A6C4BA8EFA}" type="slidenum">
              <a:rPr lang="en-US" smtClean="0"/>
              <a:t>‹#›</a:t>
            </a:fld>
            <a:endParaRPr lang="en-US"/>
          </a:p>
        </p:txBody>
      </p:sp>
    </p:spTree>
    <p:extLst>
      <p:ext uri="{BB962C8B-B14F-4D97-AF65-F5344CB8AC3E}">
        <p14:creationId xmlns:p14="http://schemas.microsoft.com/office/powerpoint/2010/main" val="2619300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709" y="152400"/>
            <a:ext cx="9753600" cy="12954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141709" y="1524001"/>
            <a:ext cx="4876800" cy="816429"/>
          </a:xfrm>
        </p:spPr>
        <p:txBody>
          <a:bodyPr anchor="ctr">
            <a:normAutofit/>
          </a:bodyPr>
          <a:lstStyle>
            <a:lvl1pPr marL="0" indent="0">
              <a:buNone/>
              <a:defRPr sz="2800" b="0">
                <a:solidFill>
                  <a:srgbClr val="002060"/>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141709" y="2413001"/>
            <a:ext cx="4876800" cy="3759199"/>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095999" y="1524001"/>
            <a:ext cx="4876800" cy="816429"/>
          </a:xfrm>
        </p:spPr>
        <p:txBody>
          <a:bodyPr anchor="ctr">
            <a:normAutofit/>
          </a:bodyPr>
          <a:lstStyle>
            <a:lvl1pPr marL="0" indent="0">
              <a:buNone/>
              <a:defRPr sz="2800" b="0">
                <a:solidFill>
                  <a:srgbClr val="002060"/>
                </a:solidFill>
              </a:defRPr>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095999" y="2413001"/>
            <a:ext cx="4876800" cy="3759199"/>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baseline="0"/>
            </a:lvl8pPr>
            <a:lvl9pPr>
              <a:defRPr sz="20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a:t>Cấu Trúc Dữ Liệu &amp; Giải Thuật (Data Structures &amp; Algorithms) - Cây (Tree)</a:t>
            </a:r>
          </a:p>
        </p:txBody>
      </p:sp>
      <p:sp>
        <p:nvSpPr>
          <p:cNvPr id="7" name="Date Placeholder 6"/>
          <p:cNvSpPr>
            <a:spLocks noGrp="1"/>
          </p:cNvSpPr>
          <p:nvPr>
            <p:ph type="dt" sz="half" idx="10"/>
          </p:nvPr>
        </p:nvSpPr>
        <p:spPr/>
        <p:txBody>
          <a:bodyPr/>
          <a:lstStyle/>
          <a:p>
            <a:fld id="{3481928A-2F51-4E05-9DF2-C8206D0CC430}" type="datetime1">
              <a:rPr lang="vi-VN" smtClean="0"/>
              <a:t>01/12/2024</a:t>
            </a:fld>
            <a:endParaRPr lang="en-US"/>
          </a:p>
        </p:txBody>
      </p:sp>
      <p:sp>
        <p:nvSpPr>
          <p:cNvPr id="9" name="Slide Number Placeholder 8"/>
          <p:cNvSpPr>
            <a:spLocks noGrp="1"/>
          </p:cNvSpPr>
          <p:nvPr>
            <p:ph type="sldNum" sz="quarter" idx="12"/>
          </p:nvPr>
        </p:nvSpPr>
        <p:spPr/>
        <p:txBody>
          <a:bodyPr/>
          <a:lstStyle/>
          <a:p>
            <a:fld id="{21782F98-F548-4E33-958E-D2A6C4BA8EFA}" type="slidenum">
              <a:rPr lang="en-US" smtClean="0"/>
              <a:t>‹#›</a:t>
            </a:fld>
            <a:endParaRPr lang="en-US"/>
          </a:p>
        </p:txBody>
      </p:sp>
    </p:spTree>
    <p:extLst>
      <p:ext uri="{BB962C8B-B14F-4D97-AF65-F5344CB8AC3E}">
        <p14:creationId xmlns:p14="http://schemas.microsoft.com/office/powerpoint/2010/main" val="276422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a:t>Cấu Trúc Dữ Liệu &amp; Giải Thuật (Data Structures &amp; Algorithms) - Cây (Tree)</a:t>
            </a:r>
          </a:p>
        </p:txBody>
      </p:sp>
      <p:sp>
        <p:nvSpPr>
          <p:cNvPr id="3" name="Date Placeholder 2"/>
          <p:cNvSpPr>
            <a:spLocks noGrp="1"/>
          </p:cNvSpPr>
          <p:nvPr>
            <p:ph type="dt" sz="half" idx="10"/>
          </p:nvPr>
        </p:nvSpPr>
        <p:spPr/>
        <p:txBody>
          <a:bodyPr/>
          <a:lstStyle/>
          <a:p>
            <a:fld id="{C167A9E4-4751-4873-A98A-725F7DBAF8C5}" type="datetime1">
              <a:rPr lang="vi-VN" smtClean="0"/>
              <a:t>01/12/2024</a:t>
            </a:fld>
            <a:endParaRPr lang="en-US"/>
          </a:p>
        </p:txBody>
      </p:sp>
      <p:sp>
        <p:nvSpPr>
          <p:cNvPr id="5" name="Slide Number Placeholder 4"/>
          <p:cNvSpPr>
            <a:spLocks noGrp="1"/>
          </p:cNvSpPr>
          <p:nvPr>
            <p:ph type="sldNum" sz="quarter" idx="12"/>
          </p:nvPr>
        </p:nvSpPr>
        <p:spPr/>
        <p:txBody>
          <a:bodyPr/>
          <a:lstStyle/>
          <a:p>
            <a:fld id="{21782F98-F548-4E33-958E-D2A6C4BA8EFA}" type="slidenum">
              <a:rPr lang="en-US" smtClean="0"/>
              <a:t>‹#›</a:t>
            </a:fld>
            <a:endParaRPr lang="en-US"/>
          </a:p>
        </p:txBody>
      </p:sp>
    </p:spTree>
    <p:extLst>
      <p:ext uri="{BB962C8B-B14F-4D97-AF65-F5344CB8AC3E}">
        <p14:creationId xmlns:p14="http://schemas.microsoft.com/office/powerpoint/2010/main" val="1410676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Title Only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a:t>Cấu Trúc Dữ Liệu &amp; Giải Thuật (Data Structures &amp; Algorithms) - Cây (Tree)</a:t>
            </a:r>
          </a:p>
        </p:txBody>
      </p:sp>
      <p:sp>
        <p:nvSpPr>
          <p:cNvPr id="3" name="Date Placeholder 2"/>
          <p:cNvSpPr>
            <a:spLocks noGrp="1"/>
          </p:cNvSpPr>
          <p:nvPr>
            <p:ph type="dt" sz="half" idx="10"/>
          </p:nvPr>
        </p:nvSpPr>
        <p:spPr/>
        <p:txBody>
          <a:bodyPr/>
          <a:lstStyle/>
          <a:p>
            <a:fld id="{6E2C6F87-EAB0-4B8F-9071-C5692CA34F81}" type="datetime1">
              <a:rPr lang="vi-VN" smtClean="0"/>
              <a:t>01/12/2024</a:t>
            </a:fld>
            <a:endParaRPr lang="en-US"/>
          </a:p>
        </p:txBody>
      </p:sp>
      <p:sp>
        <p:nvSpPr>
          <p:cNvPr id="5" name="Slide Number Placeholder 4"/>
          <p:cNvSpPr>
            <a:spLocks noGrp="1"/>
          </p:cNvSpPr>
          <p:nvPr>
            <p:ph type="sldNum" sz="quarter" idx="12"/>
          </p:nvPr>
        </p:nvSpPr>
        <p:spPr/>
        <p:txBody>
          <a:bodyPr/>
          <a:lstStyle/>
          <a:p>
            <a:fld id="{21782F98-F548-4E33-958E-D2A6C4BA8EFA}" type="slidenum">
              <a:rPr lang="en-US" smtClean="0"/>
              <a:t>‹#›</a:t>
            </a:fld>
            <a:endParaRPr lang="en-US"/>
          </a:p>
        </p:txBody>
      </p:sp>
      <p:pic>
        <p:nvPicPr>
          <p:cNvPr id="6" name="Picture 5">
            <a:extLst>
              <a:ext uri="{FF2B5EF4-FFF2-40B4-BE49-F238E27FC236}">
                <a16:creationId xmlns:a16="http://schemas.microsoft.com/office/drawing/2014/main" id="{2F0C1564-F4CB-4080-B340-F91FCF920A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4950" y="70365"/>
            <a:ext cx="1068282" cy="882027"/>
          </a:xfrm>
          <a:prstGeom prst="rect">
            <a:avLst/>
          </a:prstGeom>
        </p:spPr>
      </p:pic>
      <p:grpSp>
        <p:nvGrpSpPr>
          <p:cNvPr id="7" name="squares">
            <a:extLst>
              <a:ext uri="{FF2B5EF4-FFF2-40B4-BE49-F238E27FC236}">
                <a16:creationId xmlns:a16="http://schemas.microsoft.com/office/drawing/2014/main" id="{47DEEE63-A1BC-4A43-A4AD-76951E5D7313}"/>
              </a:ext>
            </a:extLst>
          </p:cNvPr>
          <p:cNvGrpSpPr/>
          <p:nvPr userDrawn="1"/>
        </p:nvGrpSpPr>
        <p:grpSpPr>
          <a:xfrm>
            <a:off x="1523" y="5639016"/>
            <a:ext cx="1141709" cy="533185"/>
            <a:chOff x="0" y="2343311"/>
            <a:chExt cx="1217066" cy="603796"/>
          </a:xfrm>
        </p:grpSpPr>
        <p:sp>
          <p:nvSpPr>
            <p:cNvPr id="8" name="Rounded Rectangle 7">
              <a:extLst>
                <a:ext uri="{FF2B5EF4-FFF2-40B4-BE49-F238E27FC236}">
                  <a16:creationId xmlns:a16="http://schemas.microsoft.com/office/drawing/2014/main" id="{A77A6632-F6E5-43A1-84B0-4AE988F94BFC}"/>
                </a:ext>
              </a:extLst>
            </p:cNvPr>
            <p:cNvSpPr/>
            <p:nvPr/>
          </p:nvSpPr>
          <p:spPr>
            <a:xfrm>
              <a:off x="787514" y="2347123"/>
              <a:ext cx="429552" cy="59998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9" name="Rounded Rectangle 8">
              <a:extLst>
                <a:ext uri="{FF2B5EF4-FFF2-40B4-BE49-F238E27FC236}">
                  <a16:creationId xmlns:a16="http://schemas.microsoft.com/office/drawing/2014/main" id="{8425D3A9-E201-49FC-8A02-A00F4FAA158A}"/>
                </a:ext>
              </a:extLst>
            </p:cNvPr>
            <p:cNvSpPr/>
            <p:nvPr/>
          </p:nvSpPr>
          <p:spPr>
            <a:xfrm>
              <a:off x="286370" y="2347123"/>
              <a:ext cx="429552" cy="5999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ound Same Side Corner Rectangle 9">
              <a:extLst>
                <a:ext uri="{FF2B5EF4-FFF2-40B4-BE49-F238E27FC236}">
                  <a16:creationId xmlns:a16="http://schemas.microsoft.com/office/drawing/2014/main" id="{476A3E42-3880-4E46-9109-3363DDD8FF50}"/>
                </a:ext>
              </a:extLst>
            </p:cNvPr>
            <p:cNvSpPr/>
            <p:nvPr/>
          </p:nvSpPr>
          <p:spPr>
            <a:xfrm rot="5400000">
              <a:off x="-192604" y="2535915"/>
              <a:ext cx="599986" cy="214778"/>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cxnSp>
        <p:nvCxnSpPr>
          <p:cNvPr id="11" name="Straight Connector 10">
            <a:extLst>
              <a:ext uri="{FF2B5EF4-FFF2-40B4-BE49-F238E27FC236}">
                <a16:creationId xmlns:a16="http://schemas.microsoft.com/office/drawing/2014/main" id="{C5AA3E34-53C5-4668-AF9A-A0EA9AF4B2C4}"/>
              </a:ext>
            </a:extLst>
          </p:cNvPr>
          <p:cNvCxnSpPr/>
          <p:nvPr userDrawn="1"/>
        </p:nvCxnSpPr>
        <p:spPr>
          <a:xfrm>
            <a:off x="1219200" y="1447800"/>
            <a:ext cx="10680243" cy="0"/>
          </a:xfrm>
          <a:prstGeom prst="line">
            <a:avLst/>
          </a:prstGeom>
          <a:ln w="19050">
            <a:solidFill>
              <a:srgbClr val="0000A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636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2" name="squares">
            <a:extLst>
              <a:ext uri="{FF2B5EF4-FFF2-40B4-BE49-F238E27FC236}">
                <a16:creationId xmlns:a16="http://schemas.microsoft.com/office/drawing/2014/main" id="{C57A4AB8-5D15-44AC-8A80-ED2E069BBD22}"/>
              </a:ext>
            </a:extLst>
          </p:cNvPr>
          <p:cNvGrpSpPr/>
          <p:nvPr/>
        </p:nvGrpSpPr>
        <p:grpSpPr>
          <a:xfrm>
            <a:off x="0" y="2918442"/>
            <a:ext cx="1622755" cy="805061"/>
            <a:chOff x="0" y="2343311"/>
            <a:chExt cx="1217066" cy="603796"/>
          </a:xfrm>
        </p:grpSpPr>
        <p:sp>
          <p:nvSpPr>
            <p:cNvPr id="3" name="Rounded Rectangle 7">
              <a:extLst>
                <a:ext uri="{FF2B5EF4-FFF2-40B4-BE49-F238E27FC236}">
                  <a16:creationId xmlns:a16="http://schemas.microsoft.com/office/drawing/2014/main" id="{478D5619-DEF4-4F6F-BC11-78D556BE6DF3}"/>
                </a:ext>
              </a:extLst>
            </p:cNvPr>
            <p:cNvSpPr/>
            <p:nvPr/>
          </p:nvSpPr>
          <p:spPr>
            <a:xfrm>
              <a:off x="787514" y="2347123"/>
              <a:ext cx="429552" cy="59998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4" name="Rounded Rectangle 8">
              <a:extLst>
                <a:ext uri="{FF2B5EF4-FFF2-40B4-BE49-F238E27FC236}">
                  <a16:creationId xmlns:a16="http://schemas.microsoft.com/office/drawing/2014/main" id="{27B79603-57DF-4000-ACF1-94A257895CD9}"/>
                </a:ext>
              </a:extLst>
            </p:cNvPr>
            <p:cNvSpPr/>
            <p:nvPr/>
          </p:nvSpPr>
          <p:spPr>
            <a:xfrm>
              <a:off x="286370" y="2347123"/>
              <a:ext cx="429552" cy="5999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5" name="Round Same Side Corner Rectangle 9">
              <a:extLst>
                <a:ext uri="{FF2B5EF4-FFF2-40B4-BE49-F238E27FC236}">
                  <a16:creationId xmlns:a16="http://schemas.microsoft.com/office/drawing/2014/main" id="{29F8B2DB-73B5-4BE9-9E44-64A2507214C4}"/>
                </a:ext>
              </a:extLst>
            </p:cNvPr>
            <p:cNvSpPr/>
            <p:nvPr/>
          </p:nvSpPr>
          <p:spPr>
            <a:xfrm rot="5400000">
              <a:off x="-192604" y="2535915"/>
              <a:ext cx="599986" cy="214778"/>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spTree>
    <p:extLst>
      <p:ext uri="{BB962C8B-B14F-4D97-AF65-F5344CB8AC3E}">
        <p14:creationId xmlns:p14="http://schemas.microsoft.com/office/powerpoint/2010/main" val="1766441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lvl1pPr algn="l">
              <a:defRPr sz="3600" b="0"/>
            </a:lvl1pPr>
          </a:lstStyle>
          <a:p>
            <a:r>
              <a:rPr lang="en-US"/>
              <a:t>Click to edit Master title style</a:t>
            </a:r>
            <a:endParaRPr/>
          </a:p>
        </p:txBody>
      </p:sp>
      <p:sp>
        <p:nvSpPr>
          <p:cNvPr id="3" name="Content Placeholder 2"/>
          <p:cNvSpPr>
            <a:spLocks noGrp="1"/>
          </p:cNvSpPr>
          <p:nvPr>
            <p:ph idx="1"/>
          </p:nvPr>
        </p:nvSpPr>
        <p:spPr>
          <a:xfrm>
            <a:off x="4876800" y="1600200"/>
            <a:ext cx="6096001" cy="4572000"/>
          </a:xfrm>
        </p:spPr>
        <p:txBody>
          <a:bodyPr>
            <a:normAutofit/>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219200" y="1600202"/>
            <a:ext cx="3454400" cy="4571999"/>
          </a:xfrm>
        </p:spPr>
        <p:txBody>
          <a:bodyPr>
            <a:normAutofit/>
          </a:bodyPr>
          <a:lstStyle>
            <a:lvl1pPr marL="0" indent="0">
              <a:buNone/>
              <a:defRPr sz="2800">
                <a:solidFill>
                  <a:schemeClr val="accent1">
                    <a:lumMod val="75000"/>
                  </a:schemeClr>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Cấu Trúc Dữ Liệu &amp; Giải Thuật (Data Structures &amp; Algorithms) - Cây (Tree)</a:t>
            </a:r>
          </a:p>
        </p:txBody>
      </p:sp>
      <p:sp>
        <p:nvSpPr>
          <p:cNvPr id="5" name="Date Placeholder 4"/>
          <p:cNvSpPr>
            <a:spLocks noGrp="1"/>
          </p:cNvSpPr>
          <p:nvPr>
            <p:ph type="dt" sz="half" idx="10"/>
          </p:nvPr>
        </p:nvSpPr>
        <p:spPr/>
        <p:txBody>
          <a:bodyPr/>
          <a:lstStyle/>
          <a:p>
            <a:fld id="{DF1EE586-3513-4425-BFAA-3CD7866A7E43}" type="datetime1">
              <a:rPr lang="vi-VN" smtClean="0"/>
              <a:t>01/12/2024</a:t>
            </a:fld>
            <a:endParaRPr lang="en-US"/>
          </a:p>
        </p:txBody>
      </p:sp>
      <p:sp>
        <p:nvSpPr>
          <p:cNvPr id="7" name="Slide Number Placeholder 6"/>
          <p:cNvSpPr>
            <a:spLocks noGrp="1"/>
          </p:cNvSpPr>
          <p:nvPr>
            <p:ph type="sldNum" sz="quarter" idx="12"/>
          </p:nvPr>
        </p:nvSpPr>
        <p:spPr/>
        <p:txBody>
          <a:bodyPr/>
          <a:lstStyle/>
          <a:p>
            <a:fld id="{21782F98-F548-4E33-958E-D2A6C4BA8EFA}" type="slidenum">
              <a:rPr lang="en-US" smtClean="0"/>
              <a:t>‹#›</a:t>
            </a:fld>
            <a:endParaRPr lang="en-US"/>
          </a:p>
        </p:txBody>
      </p:sp>
    </p:spTree>
    <p:extLst>
      <p:ext uri="{BB962C8B-B14F-4D97-AF65-F5344CB8AC3E}">
        <p14:creationId xmlns:p14="http://schemas.microsoft.com/office/powerpoint/2010/main" val="292122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lvl1pPr algn="l">
              <a:defRPr sz="36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219205" y="1600200"/>
            <a:ext cx="6705596" cy="3657600"/>
          </a:xfrm>
          <a:prstGeom prst="roundRect">
            <a:avLst>
              <a:gd name="adj" fmla="val 3098"/>
            </a:avLst>
          </a:prstGeom>
        </p:spPr>
        <p:txBody>
          <a:bodyPr>
            <a:normAutofit/>
          </a:bodyPr>
          <a:lstStyle>
            <a:lvl1pPr marL="0" indent="0">
              <a:buNone/>
              <a:defRPr sz="27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8128000" y="1600200"/>
            <a:ext cx="2844800" cy="3759200"/>
          </a:xfrm>
        </p:spPr>
        <p:txBody>
          <a:bodyPr anchor="b">
            <a:normAutofit/>
          </a:bodyPr>
          <a:lstStyle>
            <a:lvl1pPr marL="0" indent="0">
              <a:buNone/>
              <a:defRPr sz="2800">
                <a:solidFill>
                  <a:schemeClr val="accent1">
                    <a:lumMod val="75000"/>
                  </a:schemeClr>
                </a:solidFill>
              </a:defRPr>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Cấu Trúc Dữ Liệu &amp; Giải Thuật (Data Structures &amp; Algorithms) - Cây (Tree)</a:t>
            </a:r>
          </a:p>
        </p:txBody>
      </p:sp>
      <p:sp>
        <p:nvSpPr>
          <p:cNvPr id="5" name="Date Placeholder 4"/>
          <p:cNvSpPr>
            <a:spLocks noGrp="1"/>
          </p:cNvSpPr>
          <p:nvPr>
            <p:ph type="dt" sz="half" idx="10"/>
          </p:nvPr>
        </p:nvSpPr>
        <p:spPr/>
        <p:txBody>
          <a:bodyPr/>
          <a:lstStyle/>
          <a:p>
            <a:fld id="{62D04AB3-82E2-48C1-B81F-DEC77E100A8F}" type="datetime1">
              <a:rPr lang="vi-VN" smtClean="0"/>
              <a:t>01/12/2024</a:t>
            </a:fld>
            <a:endParaRPr lang="en-US"/>
          </a:p>
        </p:txBody>
      </p:sp>
      <p:sp>
        <p:nvSpPr>
          <p:cNvPr id="7" name="Slide Number Placeholder 6"/>
          <p:cNvSpPr>
            <a:spLocks noGrp="1"/>
          </p:cNvSpPr>
          <p:nvPr>
            <p:ph type="sldNum" sz="quarter" idx="12"/>
          </p:nvPr>
        </p:nvSpPr>
        <p:spPr/>
        <p:txBody>
          <a:bodyPr/>
          <a:lstStyle/>
          <a:p>
            <a:fld id="{21782F98-F548-4E33-958E-D2A6C4BA8EFA}" type="slidenum">
              <a:rPr lang="en-US" smtClean="0"/>
              <a:t>‹#›</a:t>
            </a:fld>
            <a:endParaRPr lang="en-US"/>
          </a:p>
        </p:txBody>
      </p:sp>
    </p:spTree>
    <p:extLst>
      <p:ext uri="{BB962C8B-B14F-4D97-AF65-F5344CB8AC3E}">
        <p14:creationId xmlns:p14="http://schemas.microsoft.com/office/powerpoint/2010/main" val="1015296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Cấu Trúc Dữ Liệu &amp; Giải Thuật (Data Structures &amp; Algorithms) - Cây (Tree)</a:t>
            </a:r>
          </a:p>
        </p:txBody>
      </p:sp>
      <p:sp>
        <p:nvSpPr>
          <p:cNvPr id="4" name="Date Placeholder 3"/>
          <p:cNvSpPr>
            <a:spLocks noGrp="1"/>
          </p:cNvSpPr>
          <p:nvPr>
            <p:ph type="dt" sz="half" idx="10"/>
          </p:nvPr>
        </p:nvSpPr>
        <p:spPr/>
        <p:txBody>
          <a:bodyPr/>
          <a:lstStyle/>
          <a:p>
            <a:fld id="{4BB14B7B-1503-4518-8B44-9BD875C336F9}" type="datetime1">
              <a:rPr lang="vi-VN" smtClean="0"/>
              <a:t>01/12/2024</a:t>
            </a:fld>
            <a:endParaRPr lang="en-US"/>
          </a:p>
        </p:txBody>
      </p:sp>
      <p:sp>
        <p:nvSpPr>
          <p:cNvPr id="6" name="Slide Number Placeholder 5"/>
          <p:cNvSpPr>
            <a:spLocks noGrp="1"/>
          </p:cNvSpPr>
          <p:nvPr>
            <p:ph type="sldNum" sz="quarter" idx="12"/>
          </p:nvPr>
        </p:nvSpPr>
        <p:spPr/>
        <p:txBody>
          <a:bodyPr/>
          <a:lstStyle/>
          <a:p>
            <a:fld id="{21782F98-F548-4E33-958E-D2A6C4BA8EFA}" type="slidenum">
              <a:rPr lang="en-US" smtClean="0"/>
              <a:t>‹#›</a:t>
            </a:fld>
            <a:endParaRPr lang="en-US"/>
          </a:p>
        </p:txBody>
      </p:sp>
    </p:spTree>
    <p:extLst>
      <p:ext uri="{BB962C8B-B14F-4D97-AF65-F5344CB8AC3E}">
        <p14:creationId xmlns:p14="http://schemas.microsoft.com/office/powerpoint/2010/main" val="827208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squares"/>
          <p:cNvGrpSpPr/>
          <p:nvPr/>
        </p:nvGrpSpPr>
        <p:grpSpPr>
          <a:xfrm rot="5400000">
            <a:off x="9585642" y="233796"/>
            <a:ext cx="1063300" cy="524183"/>
            <a:chOff x="0" y="452558"/>
            <a:chExt cx="914400" cy="524182"/>
          </a:xfrm>
        </p:grpSpPr>
        <p:sp>
          <p:nvSpPr>
            <p:cNvPr id="8" name="Rounded Rectangle 7"/>
            <p:cNvSpPr/>
            <p:nvPr/>
          </p:nvSpPr>
          <p:spPr>
            <a:xfrm>
              <a:off x="591671" y="452558"/>
              <a:ext cx="322729" cy="524180"/>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9" name="Rounded Rectangle 8"/>
            <p:cNvSpPr/>
            <p:nvPr/>
          </p:nvSpPr>
          <p:spPr>
            <a:xfrm>
              <a:off x="215154" y="452558"/>
              <a:ext cx="322729" cy="524180"/>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0" name="Round Same Side Corner Rectangle 9"/>
            <p:cNvSpPr/>
            <p:nvPr/>
          </p:nvSpPr>
          <p:spPr>
            <a:xfrm rot="5400000">
              <a:off x="-181408" y="633966"/>
              <a:ext cx="524182" cy="161366"/>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grpSp>
        <p:nvGrpSpPr>
          <p:cNvPr id="15" name="bottom graphic"/>
          <p:cNvGrpSpPr/>
          <p:nvPr/>
        </p:nvGrpSpPr>
        <p:grpSpPr>
          <a:xfrm>
            <a:off x="1" y="5395518"/>
            <a:ext cx="12192000" cy="1462483"/>
            <a:chOff x="0" y="4046638"/>
            <a:chExt cx="9144000" cy="1096862"/>
          </a:xfrm>
        </p:grpSpPr>
        <p:sp>
          <p:nvSpPr>
            <p:cNvPr id="16" name="Freeform 15"/>
            <p:cNvSpPr/>
            <p:nvPr/>
          </p:nvSpPr>
          <p:spPr bwMode="ltGray">
            <a:xfrm rot="5400000">
              <a:off x="4119794" y="119293"/>
              <a:ext cx="904412" cy="9144000"/>
            </a:xfrm>
            <a:custGeom>
              <a:avLst/>
              <a:gdLst/>
              <a:ahLst/>
              <a:cxnLst/>
              <a:rect l="l" t="t" r="r" b="b"/>
              <a:pathLst>
                <a:path w="904412" h="9144000">
                  <a:moveTo>
                    <a:pt x="0" y="0"/>
                  </a:moveTo>
                  <a:lnTo>
                    <a:pt x="904412" y="0"/>
                  </a:lnTo>
                  <a:lnTo>
                    <a:pt x="904412" y="9144000"/>
                  </a:lnTo>
                  <a:lnTo>
                    <a:pt x="391235" y="9144000"/>
                  </a:lnTo>
                  <a:cubicBezTo>
                    <a:pt x="445385" y="6730684"/>
                    <a:pt x="250230" y="1995757"/>
                    <a:pt x="0" y="0"/>
                  </a:cubicBezTo>
                  <a:close/>
                </a:path>
              </a:pathLst>
            </a:custGeom>
            <a:solidFill>
              <a:schemeClr val="tx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17" name="Rectangle 72"/>
            <p:cNvSpPr/>
            <p:nvPr/>
          </p:nvSpPr>
          <p:spPr bwMode="ltGray">
            <a:xfrm rot="5400000">
              <a:off x="4023569" y="23069"/>
              <a:ext cx="1096862" cy="9144000"/>
            </a:xfrm>
            <a:custGeom>
              <a:avLst/>
              <a:gdLst/>
              <a:ahLst/>
              <a:cxnLst/>
              <a:rect l="l" t="t" r="r" b="b"/>
              <a:pathLst>
                <a:path w="1096862" h="9144000">
                  <a:moveTo>
                    <a:pt x="1096861" y="9136375"/>
                  </a:moveTo>
                  <a:lnTo>
                    <a:pt x="1096861" y="0"/>
                  </a:lnTo>
                  <a:lnTo>
                    <a:pt x="1096862" y="0"/>
                  </a:lnTo>
                  <a:lnTo>
                    <a:pt x="1096862" y="9136375"/>
                  </a:lnTo>
                  <a:close/>
                  <a:moveTo>
                    <a:pt x="0" y="0"/>
                  </a:moveTo>
                  <a:lnTo>
                    <a:pt x="142171" y="0"/>
                  </a:lnTo>
                  <a:cubicBezTo>
                    <a:pt x="214017" y="532804"/>
                    <a:pt x="281641" y="1260834"/>
                    <a:pt x="340913" y="2087809"/>
                  </a:cubicBezTo>
                  <a:cubicBezTo>
                    <a:pt x="492781" y="4358443"/>
                    <a:pt x="587048" y="7374964"/>
                    <a:pt x="547354" y="9144000"/>
                  </a:cubicBezTo>
                  <a:lnTo>
                    <a:pt x="452132" y="9144000"/>
                  </a:lnTo>
                  <a:cubicBezTo>
                    <a:pt x="484963" y="4670358"/>
                    <a:pt x="240277" y="2482661"/>
                    <a:pt x="0" y="0"/>
                  </a:cubicBezTo>
                  <a:close/>
                </a:path>
              </a:pathLst>
            </a:cu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sz="1800"/>
            </a:p>
          </p:txBody>
        </p:sp>
      </p:grpSp>
      <p:sp>
        <p:nvSpPr>
          <p:cNvPr id="2" name="Vertical Title 1"/>
          <p:cNvSpPr>
            <a:spLocks noGrp="1"/>
          </p:cNvSpPr>
          <p:nvPr>
            <p:ph type="title" orient="vert"/>
          </p:nvPr>
        </p:nvSpPr>
        <p:spPr>
          <a:xfrm>
            <a:off x="9753600" y="1150515"/>
            <a:ext cx="1828800" cy="5021685"/>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219200" y="1150515"/>
            <a:ext cx="8229600" cy="5021685"/>
          </a:xfrm>
        </p:spPr>
        <p:txBody>
          <a:bodyPr vert="eaVert"/>
          <a:lstStyle>
            <a:lvl5pPr>
              <a:defRPr/>
            </a:lvl5pPr>
            <a:lvl6pPr>
              <a:defRPr/>
            </a:lvl6pPr>
            <a:lvl7pPr>
              <a:defRPr/>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Cấu Trúc Dữ Liệu &amp; Giải Thuật (Data Structures &amp; Algorithms) - Cây (Tree)</a:t>
            </a:r>
          </a:p>
        </p:txBody>
      </p:sp>
      <p:sp>
        <p:nvSpPr>
          <p:cNvPr id="4" name="Date Placeholder 3"/>
          <p:cNvSpPr>
            <a:spLocks noGrp="1"/>
          </p:cNvSpPr>
          <p:nvPr>
            <p:ph type="dt" sz="half" idx="10"/>
          </p:nvPr>
        </p:nvSpPr>
        <p:spPr/>
        <p:txBody>
          <a:bodyPr/>
          <a:lstStyle/>
          <a:p>
            <a:fld id="{087E369B-0550-4D8F-B3B7-574EAA255DC8}" type="datetime1">
              <a:rPr lang="vi-VN" smtClean="0"/>
              <a:t>01/12/2024</a:t>
            </a:fld>
            <a:endParaRPr lang="en-US"/>
          </a:p>
        </p:txBody>
      </p:sp>
      <p:sp>
        <p:nvSpPr>
          <p:cNvPr id="6" name="Slide Number Placeholder 5"/>
          <p:cNvSpPr>
            <a:spLocks noGrp="1"/>
          </p:cNvSpPr>
          <p:nvPr>
            <p:ph type="sldNum" sz="quarter" idx="12"/>
          </p:nvPr>
        </p:nvSpPr>
        <p:spPr/>
        <p:txBody>
          <a:bodyPr/>
          <a:lstStyle/>
          <a:p>
            <a:fld id="{21782F98-F548-4E33-958E-D2A6C4BA8EFA}" type="slidenum">
              <a:rPr lang="en-US" smtClean="0"/>
              <a:t>‹#›</a:t>
            </a:fld>
            <a:endParaRPr lang="en-US"/>
          </a:p>
        </p:txBody>
      </p:sp>
    </p:spTree>
    <p:extLst>
      <p:ext uri="{BB962C8B-B14F-4D97-AF65-F5344CB8AC3E}">
        <p14:creationId xmlns:p14="http://schemas.microsoft.com/office/powerpoint/2010/main" val="16080201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977AEAD2-D5F9-4E1D-B0A6-604BACEE5E4E}"/>
              </a:ext>
            </a:extLst>
          </p:cNvPr>
          <p:cNvGrpSpPr/>
          <p:nvPr/>
        </p:nvGrpSpPr>
        <p:grpSpPr>
          <a:xfrm>
            <a:off x="9201323" y="1"/>
            <a:ext cx="2990677" cy="977265"/>
            <a:chOff x="3054154" y="4685464"/>
            <a:chExt cx="2989898" cy="977265"/>
          </a:xfrm>
        </p:grpSpPr>
        <p:sp>
          <p:nvSpPr>
            <p:cNvPr id="16" name="Rectangle 15">
              <a:extLst>
                <a:ext uri="{FF2B5EF4-FFF2-40B4-BE49-F238E27FC236}">
                  <a16:creationId xmlns:a16="http://schemas.microsoft.com/office/drawing/2014/main" id="{D213D99B-2104-4A9F-BDE3-982717982595}"/>
                </a:ext>
              </a:extLst>
            </p:cNvPr>
            <p:cNvSpPr/>
            <p:nvPr/>
          </p:nvSpPr>
          <p:spPr>
            <a:xfrm>
              <a:off x="3331332" y="5066464"/>
              <a:ext cx="2331720" cy="32004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latin typeface="Arial" panose="020B0604020202020204" pitchFamily="34" charset="0"/>
                  <a:cs typeface="Arial" panose="020B0604020202020204" pitchFamily="34" charset="0"/>
                </a:rPr>
                <a:t>www.hoasen.edu.vn</a:t>
              </a:r>
            </a:p>
          </p:txBody>
        </p:sp>
        <p:sp>
          <p:nvSpPr>
            <p:cNvPr id="21" name="Rectangle 20">
              <a:extLst>
                <a:ext uri="{FF2B5EF4-FFF2-40B4-BE49-F238E27FC236}">
                  <a16:creationId xmlns:a16="http://schemas.microsoft.com/office/drawing/2014/main" id="{A12289B9-AF49-4D19-8E64-44D48F3EDA25}"/>
                </a:ext>
              </a:extLst>
            </p:cNvPr>
            <p:cNvSpPr/>
            <p:nvPr/>
          </p:nvSpPr>
          <p:spPr>
            <a:xfrm>
              <a:off x="3054154" y="5385551"/>
              <a:ext cx="277178" cy="2771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a:extLst>
                <a:ext uri="{FF2B5EF4-FFF2-40B4-BE49-F238E27FC236}">
                  <a16:creationId xmlns:a16="http://schemas.microsoft.com/office/drawing/2014/main" id="{80CC91CA-C7FB-4A6F-9352-75B89CB56F9D}"/>
                </a:ext>
              </a:extLst>
            </p:cNvPr>
            <p:cNvSpPr/>
            <p:nvPr/>
          </p:nvSpPr>
          <p:spPr>
            <a:xfrm>
              <a:off x="5663052" y="4685464"/>
              <a:ext cx="381000" cy="3810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pic>
        <p:nvPicPr>
          <p:cNvPr id="20" name="Picture 19">
            <a:extLst>
              <a:ext uri="{FF2B5EF4-FFF2-40B4-BE49-F238E27FC236}">
                <a16:creationId xmlns:a16="http://schemas.microsoft.com/office/drawing/2014/main" id="{8A093B63-C705-43D6-A50C-B1CD2E6E94E5}"/>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4950" y="70365"/>
            <a:ext cx="1068282" cy="882027"/>
          </a:xfrm>
          <a:prstGeom prst="rect">
            <a:avLst/>
          </a:prstGeom>
        </p:spPr>
      </p:pic>
      <p:sp>
        <p:nvSpPr>
          <p:cNvPr id="2" name="Title Placeholder 1"/>
          <p:cNvSpPr>
            <a:spLocks noGrp="1"/>
          </p:cNvSpPr>
          <p:nvPr>
            <p:ph type="title"/>
          </p:nvPr>
        </p:nvSpPr>
        <p:spPr>
          <a:xfrm>
            <a:off x="1219201" y="152400"/>
            <a:ext cx="10680242" cy="1295400"/>
          </a:xfrm>
          <a:prstGeom prst="rect">
            <a:avLst/>
          </a:prstGeom>
        </p:spPr>
        <p:txBody>
          <a:bodyPr vert="horz" lIns="121899" tIns="60949" rIns="121899" bIns="60949" rtlCol="0" anchor="b">
            <a:normAutofit/>
            <a:scene3d>
              <a:camera prst="orthographicFront"/>
              <a:lightRig rig="threePt" dir="t"/>
            </a:scene3d>
            <a:sp3d extrusionH="57150">
              <a:bevelT w="38100" h="38100"/>
            </a:sp3d>
          </a:bodyPr>
          <a:lstStyle/>
          <a:p>
            <a:r>
              <a:rPr lang="en-US"/>
              <a:t>Click to edit Master title style</a:t>
            </a:r>
            <a:endParaRPr/>
          </a:p>
        </p:txBody>
      </p:sp>
      <p:sp>
        <p:nvSpPr>
          <p:cNvPr id="3" name="Text Placeholder 2"/>
          <p:cNvSpPr>
            <a:spLocks noGrp="1"/>
          </p:cNvSpPr>
          <p:nvPr>
            <p:ph type="body" idx="1"/>
          </p:nvPr>
        </p:nvSpPr>
        <p:spPr>
          <a:xfrm>
            <a:off x="1219200" y="1600200"/>
            <a:ext cx="10667999" cy="45720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219201" y="6448425"/>
            <a:ext cx="8290560" cy="180976"/>
          </a:xfrm>
          <a:prstGeom prst="rect">
            <a:avLst/>
          </a:prstGeom>
        </p:spPr>
        <p:txBody>
          <a:bodyPr vert="horz" lIns="121899" tIns="60949" rIns="121899" bIns="60949" rtlCol="0" anchor="ctr"/>
          <a:lstStyle>
            <a:lvl1pPr algn="l">
              <a:defRPr sz="1200">
                <a:solidFill>
                  <a:srgbClr val="002060"/>
                </a:solidFill>
              </a:defRPr>
            </a:lvl1pPr>
          </a:lstStyle>
          <a:p>
            <a:r>
              <a:rPr lang="en-US"/>
              <a:t>Cấu Trúc Dữ Liệu &amp; Giải Thuật (Data Structures &amp; Algorithms) - Cây (Tree)</a:t>
            </a:r>
          </a:p>
        </p:txBody>
      </p:sp>
      <p:sp>
        <p:nvSpPr>
          <p:cNvPr id="4" name="Date Placeholder 3"/>
          <p:cNvSpPr>
            <a:spLocks noGrp="1"/>
          </p:cNvSpPr>
          <p:nvPr>
            <p:ph type="dt" sz="half" idx="2"/>
          </p:nvPr>
        </p:nvSpPr>
        <p:spPr>
          <a:xfrm>
            <a:off x="9550400" y="6448425"/>
            <a:ext cx="1422400" cy="180976"/>
          </a:xfrm>
          <a:prstGeom prst="rect">
            <a:avLst/>
          </a:prstGeom>
        </p:spPr>
        <p:txBody>
          <a:bodyPr vert="horz" lIns="121899" tIns="60949" rIns="121899" bIns="60949" rtlCol="0" anchor="ctr"/>
          <a:lstStyle>
            <a:lvl1pPr algn="r">
              <a:defRPr sz="1200">
                <a:solidFill>
                  <a:srgbClr val="002060"/>
                </a:solidFill>
              </a:defRPr>
            </a:lvl1pPr>
          </a:lstStyle>
          <a:p>
            <a:fld id="{3527C58C-F6C7-40C9-9220-4F1E193CA40A}" type="datetime1">
              <a:rPr lang="vi-VN" smtClean="0"/>
              <a:t>01/12/2024</a:t>
            </a:fld>
            <a:endParaRPr lang="en-US"/>
          </a:p>
        </p:txBody>
      </p:sp>
      <p:sp>
        <p:nvSpPr>
          <p:cNvPr id="6" name="Slide Number Placeholder 5"/>
          <p:cNvSpPr>
            <a:spLocks noGrp="1"/>
          </p:cNvSpPr>
          <p:nvPr>
            <p:ph type="sldNum" sz="quarter" idx="4"/>
          </p:nvPr>
        </p:nvSpPr>
        <p:spPr>
          <a:xfrm>
            <a:off x="11074400" y="6448425"/>
            <a:ext cx="812800" cy="180976"/>
          </a:xfrm>
          <a:prstGeom prst="rect">
            <a:avLst/>
          </a:prstGeom>
        </p:spPr>
        <p:txBody>
          <a:bodyPr vert="horz" lIns="121899" tIns="60949" rIns="121899" bIns="60949" rtlCol="0" anchor="ctr"/>
          <a:lstStyle>
            <a:lvl1pPr algn="r">
              <a:defRPr sz="1200">
                <a:solidFill>
                  <a:srgbClr val="002060"/>
                </a:solidFill>
              </a:defRPr>
            </a:lvl1pPr>
          </a:lstStyle>
          <a:p>
            <a:fld id="{21782F98-F548-4E33-958E-D2A6C4BA8EFA}" type="slidenum">
              <a:rPr lang="en-US" smtClean="0"/>
              <a:t>‹#›</a:t>
            </a:fld>
            <a:endParaRPr lang="en-US"/>
          </a:p>
        </p:txBody>
      </p:sp>
      <p:grpSp>
        <p:nvGrpSpPr>
          <p:cNvPr id="24" name="squares">
            <a:extLst>
              <a:ext uri="{FF2B5EF4-FFF2-40B4-BE49-F238E27FC236}">
                <a16:creationId xmlns:a16="http://schemas.microsoft.com/office/drawing/2014/main" id="{D12F9285-888D-4066-97B6-C5AFB2FF7829}"/>
              </a:ext>
            </a:extLst>
          </p:cNvPr>
          <p:cNvGrpSpPr/>
          <p:nvPr/>
        </p:nvGrpSpPr>
        <p:grpSpPr>
          <a:xfrm>
            <a:off x="1523" y="5639016"/>
            <a:ext cx="1141709" cy="533185"/>
            <a:chOff x="0" y="2343311"/>
            <a:chExt cx="1217066" cy="603796"/>
          </a:xfrm>
        </p:grpSpPr>
        <p:sp>
          <p:nvSpPr>
            <p:cNvPr id="25" name="Rounded Rectangle 7">
              <a:extLst>
                <a:ext uri="{FF2B5EF4-FFF2-40B4-BE49-F238E27FC236}">
                  <a16:creationId xmlns:a16="http://schemas.microsoft.com/office/drawing/2014/main" id="{0C599B0C-42A9-4F5A-A15F-B95B1EF9248D}"/>
                </a:ext>
              </a:extLst>
            </p:cNvPr>
            <p:cNvSpPr/>
            <p:nvPr/>
          </p:nvSpPr>
          <p:spPr>
            <a:xfrm>
              <a:off x="787514" y="2347123"/>
              <a:ext cx="429552" cy="599984"/>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6" name="Rounded Rectangle 8">
              <a:extLst>
                <a:ext uri="{FF2B5EF4-FFF2-40B4-BE49-F238E27FC236}">
                  <a16:creationId xmlns:a16="http://schemas.microsoft.com/office/drawing/2014/main" id="{E527A34F-7FEF-4267-86B1-646FD0EC10D2}"/>
                </a:ext>
              </a:extLst>
            </p:cNvPr>
            <p:cNvSpPr/>
            <p:nvPr/>
          </p:nvSpPr>
          <p:spPr>
            <a:xfrm>
              <a:off x="286370" y="2347123"/>
              <a:ext cx="429552" cy="599984"/>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7" name="Round Same Side Corner Rectangle 9">
              <a:extLst>
                <a:ext uri="{FF2B5EF4-FFF2-40B4-BE49-F238E27FC236}">
                  <a16:creationId xmlns:a16="http://schemas.microsoft.com/office/drawing/2014/main" id="{A279244A-E685-4D66-95DE-1CF0D73BE881}"/>
                </a:ext>
              </a:extLst>
            </p:cNvPr>
            <p:cNvSpPr/>
            <p:nvPr/>
          </p:nvSpPr>
          <p:spPr>
            <a:xfrm rot="5400000">
              <a:off x="-192604" y="2535915"/>
              <a:ext cx="599986" cy="214778"/>
            </a:xfrm>
            <a:prstGeom prst="round2SameRect">
              <a:avLst>
                <a:gd name="adj1" fmla="val 291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cxnSp>
        <p:nvCxnSpPr>
          <p:cNvPr id="29" name="Straight Connector 28">
            <a:extLst>
              <a:ext uri="{FF2B5EF4-FFF2-40B4-BE49-F238E27FC236}">
                <a16:creationId xmlns:a16="http://schemas.microsoft.com/office/drawing/2014/main" id="{EDE68FC5-648F-42FD-B3A1-4A4175E6CA61}"/>
              </a:ext>
            </a:extLst>
          </p:cNvPr>
          <p:cNvCxnSpPr/>
          <p:nvPr/>
        </p:nvCxnSpPr>
        <p:spPr>
          <a:xfrm>
            <a:off x="1219200" y="1447800"/>
            <a:ext cx="10680243" cy="0"/>
          </a:xfrm>
          <a:prstGeom prst="line">
            <a:avLst/>
          </a:prstGeom>
          <a:ln w="19050">
            <a:solidFill>
              <a:srgbClr val="0000A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03255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72" r:id="rId7"/>
    <p:sldLayoutId id="2147483667" r:id="rId8"/>
    <p:sldLayoutId id="2147483668" r:id="rId9"/>
    <p:sldLayoutId id="2147483669" r:id="rId10"/>
    <p:sldLayoutId id="2147483670" r:id="rId11"/>
    <p:sldLayoutId id="2147483671"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1218987" rtl="0" eaLnBrk="1" latinLnBrk="0" hangingPunct="1">
        <a:spcBef>
          <a:spcPct val="0"/>
        </a:spcBef>
        <a:buNone/>
        <a:defRPr sz="3600" kern="1200">
          <a:solidFill>
            <a:schemeClr val="accent3">
              <a:lumMod val="75000"/>
            </a:schemeClr>
          </a:solidFill>
          <a:latin typeface="Verdana" panose="020B0604030504040204" pitchFamily="34" charset="0"/>
          <a:ea typeface="Verdana" panose="020B0604030504040204" pitchFamily="34" charset="0"/>
          <a:cs typeface="+mj-cs"/>
        </a:defRPr>
      </a:lvl1pPr>
    </p:titleStyle>
    <p:bodyStyle>
      <a:lvl1pPr marL="304747" indent="-304747" algn="just" defTabSz="1218987" rtl="0" eaLnBrk="1" latinLnBrk="0" hangingPunct="1">
        <a:lnSpc>
          <a:spcPct val="110000"/>
        </a:lnSpc>
        <a:spcBef>
          <a:spcPts val="1800"/>
        </a:spcBef>
        <a:buClr>
          <a:schemeClr val="accent4">
            <a:lumMod val="50000"/>
          </a:schemeClr>
        </a:buClr>
        <a:buFont typeface="Wingdings" panose="05000000000000000000" pitchFamily="2" charset="2"/>
        <a:buChar char="§"/>
        <a:defRPr sz="2400" kern="1200">
          <a:solidFill>
            <a:srgbClr val="002060"/>
          </a:solidFill>
          <a:latin typeface="Verdana" panose="020B0604030504040204" pitchFamily="34" charset="0"/>
          <a:ea typeface="Verdana" panose="020B0604030504040204" pitchFamily="34" charset="0"/>
          <a:cs typeface="+mn-cs"/>
        </a:defRPr>
      </a:lvl1pPr>
      <a:lvl2pPr marL="755772" indent="-304747" algn="just" defTabSz="1218987" rtl="0" eaLnBrk="1" latinLnBrk="0" hangingPunct="1">
        <a:lnSpc>
          <a:spcPct val="110000"/>
        </a:lnSpc>
        <a:spcBef>
          <a:spcPts val="1200"/>
        </a:spcBef>
        <a:buClr>
          <a:schemeClr val="accent4">
            <a:lumMod val="50000"/>
          </a:schemeClr>
        </a:buClr>
        <a:buFont typeface="Arial" panose="020B0604020202020204" pitchFamily="34" charset="0"/>
        <a:buChar char="•"/>
        <a:defRPr sz="2000" kern="1200">
          <a:solidFill>
            <a:srgbClr val="002060"/>
          </a:solidFill>
          <a:latin typeface="Verdana" panose="020B0604030504040204" pitchFamily="34" charset="0"/>
          <a:ea typeface="Verdana" panose="020B0604030504040204" pitchFamily="34" charset="0"/>
          <a:cs typeface="+mn-cs"/>
        </a:defRPr>
      </a:lvl2pPr>
      <a:lvl3pPr marL="1206797" indent="-304747" algn="just" defTabSz="1218987" rtl="0" eaLnBrk="1" latinLnBrk="0" hangingPunct="1">
        <a:lnSpc>
          <a:spcPct val="110000"/>
        </a:lnSpc>
        <a:spcBef>
          <a:spcPts val="800"/>
        </a:spcBef>
        <a:buClr>
          <a:schemeClr val="accent4">
            <a:lumMod val="50000"/>
          </a:schemeClr>
        </a:buClr>
        <a:buFont typeface="Verdana" panose="020B0604030504040204" pitchFamily="34" charset="0"/>
        <a:buChar char="−"/>
        <a:defRPr sz="1800" kern="1200">
          <a:solidFill>
            <a:srgbClr val="002060"/>
          </a:solidFill>
          <a:latin typeface="Verdana" panose="020B0604030504040204" pitchFamily="34" charset="0"/>
          <a:ea typeface="Verdana" panose="020B0604030504040204" pitchFamily="34" charset="0"/>
          <a:cs typeface="+mn-cs"/>
        </a:defRPr>
      </a:lvl3pPr>
      <a:lvl4pPr marL="1657822" indent="-304747" algn="just" defTabSz="1218987" rtl="0" eaLnBrk="1" latinLnBrk="0" hangingPunct="1">
        <a:lnSpc>
          <a:spcPct val="110000"/>
        </a:lnSpc>
        <a:spcBef>
          <a:spcPts val="800"/>
        </a:spcBef>
        <a:buClr>
          <a:schemeClr val="accent4">
            <a:lumMod val="50000"/>
          </a:schemeClr>
        </a:buClr>
        <a:buFont typeface="Arial" pitchFamily="34" charset="0"/>
        <a:buChar char="•"/>
        <a:defRPr sz="1800" kern="1200">
          <a:solidFill>
            <a:srgbClr val="002060"/>
          </a:solidFill>
          <a:latin typeface="Verdana" panose="020B0604030504040204" pitchFamily="34" charset="0"/>
          <a:ea typeface="Verdana" panose="020B0604030504040204" pitchFamily="34" charset="0"/>
          <a:cs typeface="+mn-cs"/>
        </a:defRPr>
      </a:lvl4pPr>
      <a:lvl5pPr marL="2108847" indent="-304747" algn="just" defTabSz="1218987" rtl="0" eaLnBrk="1" latinLnBrk="0" hangingPunct="1">
        <a:lnSpc>
          <a:spcPct val="110000"/>
        </a:lnSpc>
        <a:spcBef>
          <a:spcPts val="800"/>
        </a:spcBef>
        <a:buClr>
          <a:schemeClr val="accent4">
            <a:lumMod val="50000"/>
          </a:schemeClr>
        </a:buClr>
        <a:buFont typeface="Arial" pitchFamily="34" charset="0"/>
        <a:buChar char="•"/>
        <a:defRPr sz="1800" kern="1200">
          <a:solidFill>
            <a:srgbClr val="002060"/>
          </a:solidFill>
          <a:latin typeface="Verdana" panose="020B0604030504040204" pitchFamily="34" charset="0"/>
          <a:ea typeface="Verdana" panose="020B0604030504040204" pitchFamily="34" charset="0"/>
          <a:cs typeface="+mn-cs"/>
        </a:defRPr>
      </a:lvl5pPr>
      <a:lvl6pPr marL="2559872"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6pPr>
      <a:lvl7pPr marL="3010897"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7pPr>
      <a:lvl8pPr marL="3461922"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8pPr>
      <a:lvl9pPr marL="3912947"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201" y="1905000"/>
            <a:ext cx="10666492" cy="2209800"/>
          </a:xfrm>
        </p:spPr>
        <p:txBody>
          <a:bodyPr/>
          <a:lstStyle/>
          <a:p>
            <a:pPr algn="r"/>
            <a:br>
              <a:rPr lang="en-US" sz="7200">
                <a:solidFill>
                  <a:schemeClr val="accent4"/>
                </a:solidFill>
              </a:rPr>
            </a:br>
            <a:r>
              <a:rPr lang="en-US" sz="7200">
                <a:solidFill>
                  <a:schemeClr val="accent4"/>
                </a:solidFill>
              </a:rPr>
              <a:t>Cấu Trúc Dữ Liệu</a:t>
            </a:r>
            <a:br>
              <a:rPr lang="en-US" sz="7200">
                <a:solidFill>
                  <a:schemeClr val="accent4"/>
                </a:solidFill>
              </a:rPr>
            </a:br>
            <a:r>
              <a:rPr lang="en-US" sz="7200">
                <a:solidFill>
                  <a:schemeClr val="accent4"/>
                </a:solidFill>
              </a:rPr>
              <a:t>&amp; Giải Thuật</a:t>
            </a:r>
            <a:endParaRPr lang="en-US" sz="13800">
              <a:solidFill>
                <a:schemeClr val="accent4"/>
              </a:solidFill>
            </a:endParaRPr>
          </a:p>
        </p:txBody>
      </p:sp>
      <p:sp>
        <p:nvSpPr>
          <p:cNvPr id="3" name="Subtitle 2"/>
          <p:cNvSpPr>
            <a:spLocks noGrp="1"/>
          </p:cNvSpPr>
          <p:nvPr>
            <p:ph type="subTitle" idx="1"/>
          </p:nvPr>
        </p:nvSpPr>
        <p:spPr>
          <a:xfrm>
            <a:off x="2293885" y="5410200"/>
            <a:ext cx="9591809" cy="886344"/>
          </a:xfrm>
        </p:spPr>
        <p:txBody>
          <a:bodyPr>
            <a:normAutofit/>
          </a:bodyPr>
          <a:lstStyle/>
          <a:p>
            <a:pPr algn="r"/>
            <a:r>
              <a:rPr lang="en-US">
                <a:solidFill>
                  <a:srgbClr val="0000AC"/>
                </a:solidFill>
              </a:rPr>
              <a:t>GV: Phan Hồng Trung</a:t>
            </a:r>
          </a:p>
        </p:txBody>
      </p:sp>
      <p:sp>
        <p:nvSpPr>
          <p:cNvPr id="4" name="Title 1">
            <a:extLst>
              <a:ext uri="{FF2B5EF4-FFF2-40B4-BE49-F238E27FC236}">
                <a16:creationId xmlns:a16="http://schemas.microsoft.com/office/drawing/2014/main" id="{29EA06A3-8B8E-4F32-A4A5-E44F102A338C}"/>
              </a:ext>
            </a:extLst>
          </p:cNvPr>
          <p:cNvSpPr txBox="1">
            <a:spLocks/>
          </p:cNvSpPr>
          <p:nvPr/>
        </p:nvSpPr>
        <p:spPr>
          <a:xfrm>
            <a:off x="1219201" y="4114800"/>
            <a:ext cx="10666492" cy="647700"/>
          </a:xfrm>
          <a:prstGeom prst="rect">
            <a:avLst/>
          </a:prstGeom>
        </p:spPr>
        <p:txBody>
          <a:bodyPr vert="horz" lIns="121899" tIns="60949" rIns="121899" bIns="60949" rtlCol="0" anchor="b">
            <a:noAutofit/>
            <a:scene3d>
              <a:camera prst="orthographicFront"/>
              <a:lightRig rig="threePt" dir="t"/>
            </a:scene3d>
            <a:sp3d extrusionH="57150">
              <a:bevelT w="38100" h="38100"/>
            </a:sp3d>
          </a:bodyPr>
          <a:lstStyle>
            <a:lvl1pPr algn="l" defTabSz="1218987" rtl="0" eaLnBrk="1" latinLnBrk="0" hangingPunct="1">
              <a:lnSpc>
                <a:spcPct val="80000"/>
              </a:lnSpc>
              <a:spcBef>
                <a:spcPct val="0"/>
              </a:spcBef>
              <a:buNone/>
              <a:defRPr sz="6000" b="0" kern="1200" cap="none" spc="0">
                <a:ln w="0"/>
                <a:solidFill>
                  <a:schemeClr val="accent3">
                    <a:lumMod val="75000"/>
                  </a:schemeClr>
                </a:solidFill>
                <a:effectLst>
                  <a:outerShdw blurRad="38100" dist="25400" dir="5400000" algn="ctr" rotWithShape="0">
                    <a:srgbClr val="6E747A">
                      <a:alpha val="43000"/>
                    </a:srgbClr>
                  </a:outerShdw>
                </a:effectLst>
                <a:latin typeface="Verdana" panose="020B0604030504040204" pitchFamily="34" charset="0"/>
                <a:ea typeface="Verdana" panose="020B0604030504040204" pitchFamily="34" charset="0"/>
                <a:cs typeface="+mj-cs"/>
              </a:defRPr>
            </a:lvl1pPr>
          </a:lstStyle>
          <a:p>
            <a:pPr algn="r"/>
            <a:br>
              <a:rPr lang="en-US" sz="2800">
                <a:solidFill>
                  <a:srgbClr val="0070C0"/>
                </a:solidFill>
              </a:rPr>
            </a:br>
            <a:r>
              <a:rPr lang="en-US" sz="2800">
                <a:solidFill>
                  <a:srgbClr val="0000AC"/>
                </a:solidFill>
              </a:rPr>
              <a:t>Data Structures &amp; Algorithms</a:t>
            </a:r>
          </a:p>
        </p:txBody>
      </p:sp>
    </p:spTree>
    <p:extLst>
      <p:ext uri="{BB962C8B-B14F-4D97-AF65-F5344CB8AC3E}">
        <p14:creationId xmlns:p14="http://schemas.microsoft.com/office/powerpoint/2010/main" val="2801835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l="20000" t="20000" r="20000" b="10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Bài 8 – Cây (Tree)</a:t>
            </a:r>
          </a:p>
        </p:txBody>
      </p:sp>
      <p:sp>
        <p:nvSpPr>
          <p:cNvPr id="3" name="Content Placeholder 2"/>
          <p:cNvSpPr>
            <a:spLocks noGrp="1"/>
          </p:cNvSpPr>
          <p:nvPr>
            <p:ph idx="1"/>
          </p:nvPr>
        </p:nvSpPr>
        <p:spPr/>
        <p:txBody>
          <a:bodyPr/>
          <a:lstStyle/>
          <a:p>
            <a:r>
              <a:rPr lang="en-AU"/>
              <a:t>Cây (Tree)</a:t>
            </a:r>
          </a:p>
          <a:p>
            <a:r>
              <a:rPr lang="en-AU"/>
              <a:t>Cây nhị phân (Binary Tree)</a:t>
            </a:r>
          </a:p>
          <a:p>
            <a:r>
              <a:rPr lang="en-AU"/>
              <a:t>Cây tìm kiếm nhị phân (Binary Search Tree)</a:t>
            </a:r>
          </a:p>
        </p:txBody>
      </p:sp>
      <p:sp>
        <p:nvSpPr>
          <p:cNvPr id="12" name="Footer Placeholder 11">
            <a:extLst>
              <a:ext uri="{FF2B5EF4-FFF2-40B4-BE49-F238E27FC236}">
                <a16:creationId xmlns:a16="http://schemas.microsoft.com/office/drawing/2014/main" id="{68E5B5EA-DA4D-4351-B612-B4B2D445A660}"/>
              </a:ext>
            </a:extLst>
          </p:cNvPr>
          <p:cNvSpPr>
            <a:spLocks noGrp="1"/>
          </p:cNvSpPr>
          <p:nvPr>
            <p:ph type="ftr" sz="quarter" idx="11"/>
          </p:nvPr>
        </p:nvSpPr>
        <p:spPr/>
        <p:txBody>
          <a:bodyPr/>
          <a:lstStyle/>
          <a:p>
            <a:r>
              <a:rPr lang="en-US"/>
              <a:t>Cấu Trúc Dữ Liệu &amp; Giải Thuật (Data Structures &amp; Algorithms) - Cây (Tree)</a:t>
            </a:r>
          </a:p>
        </p:txBody>
      </p:sp>
      <p:sp>
        <p:nvSpPr>
          <p:cNvPr id="13" name="Slide Number Placeholder 12">
            <a:extLst>
              <a:ext uri="{FF2B5EF4-FFF2-40B4-BE49-F238E27FC236}">
                <a16:creationId xmlns:a16="http://schemas.microsoft.com/office/drawing/2014/main" id="{AA7054D4-2248-41F3-BD34-57A501E5872D}"/>
              </a:ext>
            </a:extLst>
          </p:cNvPr>
          <p:cNvSpPr>
            <a:spLocks noGrp="1"/>
          </p:cNvSpPr>
          <p:nvPr>
            <p:ph type="sldNum" sz="quarter" idx="12"/>
          </p:nvPr>
        </p:nvSpPr>
        <p:spPr/>
        <p:txBody>
          <a:bodyPr/>
          <a:lstStyle/>
          <a:p>
            <a:fld id="{21782F98-F548-4E33-958E-D2A6C4BA8EFA}" type="slidenum">
              <a:rPr lang="en-US" smtClean="0"/>
              <a:t>2</a:t>
            </a:fld>
            <a:endParaRPr lang="en-US"/>
          </a:p>
        </p:txBody>
      </p:sp>
      <p:sp>
        <p:nvSpPr>
          <p:cNvPr id="14" name="Date Placeholder 13">
            <a:extLst>
              <a:ext uri="{FF2B5EF4-FFF2-40B4-BE49-F238E27FC236}">
                <a16:creationId xmlns:a16="http://schemas.microsoft.com/office/drawing/2014/main" id="{5D6CB7FA-BDB3-495E-8AFD-F6D2311B6D00}"/>
              </a:ext>
            </a:extLst>
          </p:cNvPr>
          <p:cNvSpPr>
            <a:spLocks noGrp="1"/>
          </p:cNvSpPr>
          <p:nvPr>
            <p:ph type="dt" sz="half" idx="10"/>
          </p:nvPr>
        </p:nvSpPr>
        <p:spPr/>
        <p:txBody>
          <a:bodyPr/>
          <a:lstStyle/>
          <a:p>
            <a:fld id="{EE2EE6DF-F9EF-4231-A485-4FBC744A7ADF}" type="datetime1">
              <a:rPr lang="vi-VN" smtClean="0"/>
              <a:t>01/12/2024</a:t>
            </a:fld>
            <a:endParaRPr lang="en-US"/>
          </a:p>
        </p:txBody>
      </p:sp>
    </p:spTree>
    <p:extLst>
      <p:ext uri="{BB962C8B-B14F-4D97-AF65-F5344CB8AC3E}">
        <p14:creationId xmlns:p14="http://schemas.microsoft.com/office/powerpoint/2010/main" val="1092804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8EE58-0537-4F65-8A61-B14E92AA9B17}"/>
              </a:ext>
            </a:extLst>
          </p:cNvPr>
          <p:cNvSpPr>
            <a:spLocks noGrp="1"/>
          </p:cNvSpPr>
          <p:nvPr>
            <p:ph type="title"/>
          </p:nvPr>
        </p:nvSpPr>
        <p:spPr/>
        <p:txBody>
          <a:bodyPr>
            <a:normAutofit fontScale="90000"/>
          </a:bodyPr>
          <a:lstStyle/>
          <a:p>
            <a:r>
              <a:rPr lang="en-AU"/>
              <a:t>Cây Tìm Kiếm Nhị Phân</a:t>
            </a:r>
            <a:endParaRPr lang="en-AU" dirty="0"/>
          </a:p>
        </p:txBody>
      </p:sp>
      <p:sp>
        <p:nvSpPr>
          <p:cNvPr id="87046" name="Content Placeholder 2">
            <a:extLst>
              <a:ext uri="{FF2B5EF4-FFF2-40B4-BE49-F238E27FC236}">
                <a16:creationId xmlns:a16="http://schemas.microsoft.com/office/drawing/2014/main" id="{49EC5FAE-B7AD-435D-A208-2015B83C9BF4}"/>
              </a:ext>
            </a:extLst>
          </p:cNvPr>
          <p:cNvSpPr>
            <a:spLocks noGrp="1"/>
          </p:cNvSpPr>
          <p:nvPr>
            <p:ph type="body" idx="1"/>
          </p:nvPr>
        </p:nvSpPr>
        <p:spPr/>
        <p:txBody>
          <a:bodyPr/>
          <a:lstStyle/>
          <a:p>
            <a:r>
              <a:rPr lang="en-AU" altLang="en-US"/>
              <a:t>Khái niệm về cây tìm kiếm nhị phân</a:t>
            </a:r>
          </a:p>
          <a:p>
            <a:r>
              <a:rPr lang="en-AU" altLang="en-US"/>
              <a:t>Các tính chất của cây tìm kiếm nhị phân</a:t>
            </a:r>
          </a:p>
          <a:p>
            <a:r>
              <a:rPr lang="en-AU" altLang="en-US"/>
              <a:t>Các thao tác trên cây tìm kiếm nhị phân</a:t>
            </a:r>
          </a:p>
        </p:txBody>
      </p:sp>
      <p:sp>
        <p:nvSpPr>
          <p:cNvPr id="10" name="Footer Placeholder 9">
            <a:extLst>
              <a:ext uri="{FF2B5EF4-FFF2-40B4-BE49-F238E27FC236}">
                <a16:creationId xmlns:a16="http://schemas.microsoft.com/office/drawing/2014/main" id="{D81E04C7-C8E7-4161-A66D-79687FF21231}"/>
              </a:ext>
            </a:extLst>
          </p:cNvPr>
          <p:cNvSpPr>
            <a:spLocks noGrp="1"/>
          </p:cNvSpPr>
          <p:nvPr>
            <p:ph type="ftr" sz="quarter" idx="11"/>
          </p:nvPr>
        </p:nvSpPr>
        <p:spPr/>
        <p:txBody>
          <a:bodyPr/>
          <a:lstStyle/>
          <a:p>
            <a:r>
              <a:rPr lang="en-US"/>
              <a:t>Cấu Trúc Dữ Liệu &amp; Giải Thuật (Data Structures &amp; Algorithms) - Cây (Tree)</a:t>
            </a:r>
          </a:p>
        </p:txBody>
      </p:sp>
      <p:sp>
        <p:nvSpPr>
          <p:cNvPr id="11" name="Slide Number Placeholder 10">
            <a:extLst>
              <a:ext uri="{FF2B5EF4-FFF2-40B4-BE49-F238E27FC236}">
                <a16:creationId xmlns:a16="http://schemas.microsoft.com/office/drawing/2014/main" id="{6C1E3B91-1D7F-40AA-A1A2-CB7D78CC037F}"/>
              </a:ext>
            </a:extLst>
          </p:cNvPr>
          <p:cNvSpPr>
            <a:spLocks noGrp="1"/>
          </p:cNvSpPr>
          <p:nvPr>
            <p:ph type="sldNum" sz="quarter" idx="12"/>
          </p:nvPr>
        </p:nvSpPr>
        <p:spPr/>
        <p:txBody>
          <a:bodyPr/>
          <a:lstStyle/>
          <a:p>
            <a:fld id="{21782F98-F548-4E33-958E-D2A6C4BA8EFA}" type="slidenum">
              <a:rPr lang="en-US" smtClean="0"/>
              <a:t>3</a:t>
            </a:fld>
            <a:endParaRPr lang="en-US"/>
          </a:p>
        </p:txBody>
      </p:sp>
      <p:sp>
        <p:nvSpPr>
          <p:cNvPr id="12" name="Date Placeholder 11">
            <a:extLst>
              <a:ext uri="{FF2B5EF4-FFF2-40B4-BE49-F238E27FC236}">
                <a16:creationId xmlns:a16="http://schemas.microsoft.com/office/drawing/2014/main" id="{250B834C-E6A6-430C-A3EC-007C1202C929}"/>
              </a:ext>
            </a:extLst>
          </p:cNvPr>
          <p:cNvSpPr>
            <a:spLocks noGrp="1"/>
          </p:cNvSpPr>
          <p:nvPr>
            <p:ph type="dt" sz="half" idx="10"/>
          </p:nvPr>
        </p:nvSpPr>
        <p:spPr/>
        <p:txBody>
          <a:bodyPr/>
          <a:lstStyle/>
          <a:p>
            <a:fld id="{1B64AC6E-ACF4-44EA-BC79-1389B3285F7F}" type="datetime1">
              <a:rPr lang="vi-VN" smtClean="0"/>
              <a:t>01/12/2024</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48330-907E-4AC0-98E0-369FA53F4DC7}"/>
              </a:ext>
            </a:extLst>
          </p:cNvPr>
          <p:cNvSpPr>
            <a:spLocks noGrp="1"/>
          </p:cNvSpPr>
          <p:nvPr>
            <p:ph type="title"/>
          </p:nvPr>
        </p:nvSpPr>
        <p:spPr/>
        <p:txBody>
          <a:bodyPr/>
          <a:lstStyle/>
          <a:p>
            <a:r>
              <a:rPr lang="en-AU"/>
              <a:t>Khái niệm về BSTREE</a:t>
            </a:r>
            <a:endParaRPr lang="en-AU" dirty="0"/>
          </a:p>
        </p:txBody>
      </p:sp>
      <p:sp>
        <p:nvSpPr>
          <p:cNvPr id="89094" name="Content Placeholder 2">
            <a:extLst>
              <a:ext uri="{FF2B5EF4-FFF2-40B4-BE49-F238E27FC236}">
                <a16:creationId xmlns:a16="http://schemas.microsoft.com/office/drawing/2014/main" id="{CB9A31CF-F196-4895-BB35-C542AF8CB6EA}"/>
              </a:ext>
            </a:extLst>
          </p:cNvPr>
          <p:cNvSpPr>
            <a:spLocks noGrp="1"/>
          </p:cNvSpPr>
          <p:nvPr>
            <p:ph idx="1"/>
          </p:nvPr>
        </p:nvSpPr>
        <p:spPr>
          <a:xfrm>
            <a:off x="1219200" y="1600200"/>
            <a:ext cx="10667999" cy="1999527"/>
          </a:xfrm>
        </p:spPr>
        <p:txBody>
          <a:bodyPr/>
          <a:lstStyle/>
          <a:p>
            <a:r>
              <a:rPr lang="en-US" altLang="en-US"/>
              <a:t>Trong cây nhị phân, s</a:t>
            </a:r>
            <a:r>
              <a:rPr lang="vi-VN" altLang="en-US"/>
              <a:t>ố lần thực hiện phép so sánh tối đa để tìm phần tử X là n, với n là tổng số nút của cây</a:t>
            </a:r>
            <a:r>
              <a:rPr lang="en-US" altLang="en-US"/>
              <a:t> </a:t>
            </a:r>
            <a:r>
              <a:rPr lang="en-US" altLang="en-US">
                <a:sym typeface="Wingdings" panose="05000000000000000000" pitchFamily="2" charset="2"/>
              </a:rPr>
              <a:t> chi phí tìm kiếm trung bình trên cây nhị phân là O(n)  cây nhị phân tìm kiếm sẽ làm giảm chi phí tìm kiếm trung bình.</a:t>
            </a:r>
            <a:endParaRPr lang="en-US" altLang="en-US"/>
          </a:p>
          <a:p>
            <a:endParaRPr lang="en-AU" altLang="en-US"/>
          </a:p>
        </p:txBody>
      </p:sp>
      <p:pic>
        <p:nvPicPr>
          <p:cNvPr id="89095" name="Picture 2">
            <a:extLst>
              <a:ext uri="{FF2B5EF4-FFF2-40B4-BE49-F238E27FC236}">
                <a16:creationId xmlns:a16="http://schemas.microsoft.com/office/drawing/2014/main" id="{B0B4FA56-40B4-4990-B51C-35FB233B98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6223" y="3429000"/>
            <a:ext cx="4559300" cy="227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Content Placeholder 2">
            <a:extLst>
              <a:ext uri="{FF2B5EF4-FFF2-40B4-BE49-F238E27FC236}">
                <a16:creationId xmlns:a16="http://schemas.microsoft.com/office/drawing/2014/main" id="{B78FCACF-5E4B-4881-9038-9A30AE5B821F}"/>
              </a:ext>
            </a:extLst>
          </p:cNvPr>
          <p:cNvSpPr txBox="1">
            <a:spLocks/>
          </p:cNvSpPr>
          <p:nvPr/>
        </p:nvSpPr>
        <p:spPr>
          <a:xfrm>
            <a:off x="1215342" y="3429000"/>
            <a:ext cx="6180881" cy="2670858"/>
          </a:xfrm>
          <a:prstGeom prst="rect">
            <a:avLst/>
          </a:prstGeom>
        </p:spPr>
        <p:txBody>
          <a:bodyPr vert="horz" lIns="121899" tIns="60949" rIns="121899" bIns="60949" rtlCol="0">
            <a:normAutofit/>
          </a:bodyPr>
          <a:lstStyle>
            <a:lvl1pPr marL="304747" indent="-304747" algn="just" defTabSz="1218987" rtl="0" eaLnBrk="1" latinLnBrk="0" hangingPunct="1">
              <a:lnSpc>
                <a:spcPct val="110000"/>
              </a:lnSpc>
              <a:spcBef>
                <a:spcPts val="1800"/>
              </a:spcBef>
              <a:buClr>
                <a:schemeClr val="accent4">
                  <a:lumMod val="50000"/>
                </a:schemeClr>
              </a:buClr>
              <a:buFont typeface="Wingdings" panose="05000000000000000000" pitchFamily="2" charset="2"/>
              <a:buChar char="§"/>
              <a:defRPr sz="2400" kern="1200">
                <a:solidFill>
                  <a:srgbClr val="002060"/>
                </a:solidFill>
                <a:latin typeface="Verdana" panose="020B0604030504040204" pitchFamily="34" charset="0"/>
                <a:ea typeface="Verdana" panose="020B0604030504040204" pitchFamily="34" charset="0"/>
                <a:cs typeface="+mn-cs"/>
              </a:defRPr>
            </a:lvl1pPr>
            <a:lvl2pPr marL="755772" indent="-304747" algn="just" defTabSz="1218987" rtl="0" eaLnBrk="1" latinLnBrk="0" hangingPunct="1">
              <a:lnSpc>
                <a:spcPct val="110000"/>
              </a:lnSpc>
              <a:spcBef>
                <a:spcPts val="1200"/>
              </a:spcBef>
              <a:buClr>
                <a:schemeClr val="accent4">
                  <a:lumMod val="50000"/>
                </a:schemeClr>
              </a:buClr>
              <a:buFont typeface="Arial" panose="020B0604020202020204" pitchFamily="34" charset="0"/>
              <a:buChar char="•"/>
              <a:defRPr sz="2000" kern="1200">
                <a:solidFill>
                  <a:srgbClr val="002060"/>
                </a:solidFill>
                <a:latin typeface="Verdana" panose="020B0604030504040204" pitchFamily="34" charset="0"/>
                <a:ea typeface="Verdana" panose="020B0604030504040204" pitchFamily="34" charset="0"/>
                <a:cs typeface="+mn-cs"/>
              </a:defRPr>
            </a:lvl2pPr>
            <a:lvl3pPr marL="1206797" indent="-304747" algn="just" defTabSz="1218987" rtl="0" eaLnBrk="1" latinLnBrk="0" hangingPunct="1">
              <a:lnSpc>
                <a:spcPct val="110000"/>
              </a:lnSpc>
              <a:spcBef>
                <a:spcPts val="800"/>
              </a:spcBef>
              <a:buClr>
                <a:schemeClr val="accent4">
                  <a:lumMod val="50000"/>
                </a:schemeClr>
              </a:buClr>
              <a:buFont typeface="Verdana" panose="020B0604030504040204" pitchFamily="34" charset="0"/>
              <a:buChar char="−"/>
              <a:defRPr sz="1800" kern="1200">
                <a:solidFill>
                  <a:srgbClr val="002060"/>
                </a:solidFill>
                <a:latin typeface="Verdana" panose="020B0604030504040204" pitchFamily="34" charset="0"/>
                <a:ea typeface="Verdana" panose="020B0604030504040204" pitchFamily="34" charset="0"/>
                <a:cs typeface="+mn-cs"/>
              </a:defRPr>
            </a:lvl3pPr>
            <a:lvl4pPr marL="1657822" indent="-304747" algn="just" defTabSz="1218987" rtl="0" eaLnBrk="1" latinLnBrk="0" hangingPunct="1">
              <a:lnSpc>
                <a:spcPct val="110000"/>
              </a:lnSpc>
              <a:spcBef>
                <a:spcPts val="800"/>
              </a:spcBef>
              <a:buClr>
                <a:schemeClr val="accent4">
                  <a:lumMod val="50000"/>
                </a:schemeClr>
              </a:buClr>
              <a:buFont typeface="Arial" pitchFamily="34" charset="0"/>
              <a:buChar char="•"/>
              <a:defRPr sz="1800" kern="1200">
                <a:solidFill>
                  <a:srgbClr val="002060"/>
                </a:solidFill>
                <a:latin typeface="Verdana" panose="020B0604030504040204" pitchFamily="34" charset="0"/>
                <a:ea typeface="Verdana" panose="020B0604030504040204" pitchFamily="34" charset="0"/>
                <a:cs typeface="+mn-cs"/>
              </a:defRPr>
            </a:lvl4pPr>
            <a:lvl5pPr marL="2108847" indent="-304747" algn="just" defTabSz="1218987" rtl="0" eaLnBrk="1" latinLnBrk="0" hangingPunct="1">
              <a:lnSpc>
                <a:spcPct val="110000"/>
              </a:lnSpc>
              <a:spcBef>
                <a:spcPts val="800"/>
              </a:spcBef>
              <a:buClr>
                <a:schemeClr val="accent4">
                  <a:lumMod val="50000"/>
                </a:schemeClr>
              </a:buClr>
              <a:buFont typeface="Arial" pitchFamily="34" charset="0"/>
              <a:buChar char="•"/>
              <a:defRPr sz="1800" kern="1200">
                <a:solidFill>
                  <a:srgbClr val="002060"/>
                </a:solidFill>
                <a:latin typeface="Verdana" panose="020B0604030504040204" pitchFamily="34" charset="0"/>
                <a:ea typeface="Verdana" panose="020B0604030504040204" pitchFamily="34" charset="0"/>
                <a:cs typeface="+mn-cs"/>
              </a:defRPr>
            </a:lvl5pPr>
            <a:lvl6pPr marL="2559872"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6pPr>
            <a:lvl7pPr marL="3010897"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7pPr>
            <a:lvl8pPr marL="3461922"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8pPr>
            <a:lvl9pPr marL="3912947" indent="-304747" algn="l" defTabSz="1218987" rtl="0" eaLnBrk="1" latinLnBrk="0" hangingPunct="1">
              <a:lnSpc>
                <a:spcPct val="90000"/>
              </a:lnSpc>
              <a:spcBef>
                <a:spcPts val="800"/>
              </a:spcBef>
              <a:buClr>
                <a:schemeClr val="accent1"/>
              </a:buClr>
              <a:buFont typeface="Arial" pitchFamily="34" charset="0"/>
              <a:buChar char="•"/>
              <a:defRPr sz="2000" kern="1200" baseline="0">
                <a:solidFill>
                  <a:schemeClr val="tx1"/>
                </a:solidFill>
                <a:latin typeface="+mn-lt"/>
                <a:ea typeface="+mn-ea"/>
                <a:cs typeface="+mn-cs"/>
              </a:defRPr>
            </a:lvl9pPr>
          </a:lstStyle>
          <a:p>
            <a:r>
              <a:rPr lang="vi-VN" altLang="en-US"/>
              <a:t>Cây nhị phân tìm kiếm là cây</a:t>
            </a:r>
            <a:r>
              <a:rPr lang="en-US" altLang="en-US"/>
              <a:t> nhị phân</a:t>
            </a:r>
            <a:r>
              <a:rPr lang="vi-VN" altLang="en-US"/>
              <a:t> mà tại mỗi nút, giá trị của nút đang xét lớn hơn giá trị của tất cả các nút thuộc cây con trái và nhỏ hơn giá trị của tất cả các nút thuộc cây con phải.</a:t>
            </a:r>
            <a:endParaRPr lang="en-US" altLang="en-US"/>
          </a:p>
          <a:p>
            <a:endParaRPr lang="en-AU" altLang="en-US"/>
          </a:p>
        </p:txBody>
      </p:sp>
      <p:sp>
        <p:nvSpPr>
          <p:cNvPr id="15" name="Footer Placeholder 14">
            <a:extLst>
              <a:ext uri="{FF2B5EF4-FFF2-40B4-BE49-F238E27FC236}">
                <a16:creationId xmlns:a16="http://schemas.microsoft.com/office/drawing/2014/main" id="{32F2B150-BA3A-4AD1-8A77-B1ED2A20C82E}"/>
              </a:ext>
            </a:extLst>
          </p:cNvPr>
          <p:cNvSpPr>
            <a:spLocks noGrp="1"/>
          </p:cNvSpPr>
          <p:nvPr>
            <p:ph type="ftr" sz="quarter" idx="11"/>
          </p:nvPr>
        </p:nvSpPr>
        <p:spPr/>
        <p:txBody>
          <a:bodyPr/>
          <a:lstStyle/>
          <a:p>
            <a:r>
              <a:rPr lang="en-US"/>
              <a:t>Cấu Trúc Dữ Liệu &amp; Giải Thuật (Data Structures &amp; Algorithms) - Cây (Tree)</a:t>
            </a:r>
          </a:p>
        </p:txBody>
      </p:sp>
      <p:sp>
        <p:nvSpPr>
          <p:cNvPr id="16" name="Slide Number Placeholder 15">
            <a:extLst>
              <a:ext uri="{FF2B5EF4-FFF2-40B4-BE49-F238E27FC236}">
                <a16:creationId xmlns:a16="http://schemas.microsoft.com/office/drawing/2014/main" id="{B17881D9-E64D-4A0A-8308-134CA119CC70}"/>
              </a:ext>
            </a:extLst>
          </p:cNvPr>
          <p:cNvSpPr>
            <a:spLocks noGrp="1"/>
          </p:cNvSpPr>
          <p:nvPr>
            <p:ph type="sldNum" sz="quarter" idx="12"/>
          </p:nvPr>
        </p:nvSpPr>
        <p:spPr/>
        <p:txBody>
          <a:bodyPr/>
          <a:lstStyle/>
          <a:p>
            <a:fld id="{21782F98-F548-4E33-958E-D2A6C4BA8EFA}" type="slidenum">
              <a:rPr lang="en-US" smtClean="0"/>
              <a:t>4</a:t>
            </a:fld>
            <a:endParaRPr lang="en-US"/>
          </a:p>
        </p:txBody>
      </p:sp>
      <p:sp>
        <p:nvSpPr>
          <p:cNvPr id="17" name="Date Placeholder 16">
            <a:extLst>
              <a:ext uri="{FF2B5EF4-FFF2-40B4-BE49-F238E27FC236}">
                <a16:creationId xmlns:a16="http://schemas.microsoft.com/office/drawing/2014/main" id="{5EC83EF5-4827-4039-85B5-528726D7C178}"/>
              </a:ext>
            </a:extLst>
          </p:cNvPr>
          <p:cNvSpPr>
            <a:spLocks noGrp="1"/>
          </p:cNvSpPr>
          <p:nvPr>
            <p:ph type="dt" sz="half" idx="10"/>
          </p:nvPr>
        </p:nvSpPr>
        <p:spPr/>
        <p:txBody>
          <a:bodyPr/>
          <a:lstStyle/>
          <a:p>
            <a:fld id="{7047C435-3D3C-444C-916A-4C08FF16FFF0}" type="datetime1">
              <a:rPr lang="vi-VN" smtClean="0"/>
              <a:t>01/12/2024</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85F1B-80DA-4C92-827F-D1D0E48C5E7E}"/>
              </a:ext>
            </a:extLst>
          </p:cNvPr>
          <p:cNvSpPr>
            <a:spLocks noGrp="1"/>
          </p:cNvSpPr>
          <p:nvPr>
            <p:ph type="title"/>
          </p:nvPr>
        </p:nvSpPr>
        <p:spPr/>
        <p:txBody>
          <a:bodyPr/>
          <a:lstStyle/>
          <a:p>
            <a:r>
              <a:rPr lang="en-AU"/>
              <a:t>Khái niệm về BSTREE</a:t>
            </a:r>
            <a:endParaRPr lang="en-AU" dirty="0"/>
          </a:p>
        </p:txBody>
      </p:sp>
      <p:sp>
        <p:nvSpPr>
          <p:cNvPr id="91142" name="Content Placeholder 2">
            <a:extLst>
              <a:ext uri="{FF2B5EF4-FFF2-40B4-BE49-F238E27FC236}">
                <a16:creationId xmlns:a16="http://schemas.microsoft.com/office/drawing/2014/main" id="{281F260F-CF65-4580-B35F-36B196F14D90}"/>
              </a:ext>
            </a:extLst>
          </p:cNvPr>
          <p:cNvSpPr>
            <a:spLocks noGrp="1"/>
          </p:cNvSpPr>
          <p:nvPr>
            <p:ph idx="1"/>
          </p:nvPr>
        </p:nvSpPr>
        <p:spPr/>
        <p:txBody>
          <a:bodyPr/>
          <a:lstStyle/>
          <a:p>
            <a:r>
              <a:rPr lang="en-US" altLang="en-US"/>
              <a:t>Ví dụ</a:t>
            </a:r>
          </a:p>
          <a:p>
            <a:endParaRPr lang="en-AU" altLang="en-US"/>
          </a:p>
        </p:txBody>
      </p:sp>
      <p:pic>
        <p:nvPicPr>
          <p:cNvPr id="91143" name="Picture 3">
            <a:extLst>
              <a:ext uri="{FF2B5EF4-FFF2-40B4-BE49-F238E27FC236}">
                <a16:creationId xmlns:a16="http://schemas.microsoft.com/office/drawing/2014/main" id="{959CC9F8-432A-40B2-B8B1-DBC50F14DE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6238" y="1941514"/>
            <a:ext cx="7427912" cy="4440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Footer Placeholder 14">
            <a:extLst>
              <a:ext uri="{FF2B5EF4-FFF2-40B4-BE49-F238E27FC236}">
                <a16:creationId xmlns:a16="http://schemas.microsoft.com/office/drawing/2014/main" id="{F0503891-D638-413B-B865-BF528D854C99}"/>
              </a:ext>
            </a:extLst>
          </p:cNvPr>
          <p:cNvSpPr>
            <a:spLocks noGrp="1"/>
          </p:cNvSpPr>
          <p:nvPr>
            <p:ph type="ftr" sz="quarter" idx="11"/>
          </p:nvPr>
        </p:nvSpPr>
        <p:spPr/>
        <p:txBody>
          <a:bodyPr/>
          <a:lstStyle/>
          <a:p>
            <a:r>
              <a:rPr lang="en-US"/>
              <a:t>Cấu Trúc Dữ Liệu &amp; Giải Thuật (Data Structures &amp; Algorithms) - Cây (Tree)</a:t>
            </a:r>
          </a:p>
        </p:txBody>
      </p:sp>
      <p:sp>
        <p:nvSpPr>
          <p:cNvPr id="16" name="Slide Number Placeholder 15">
            <a:extLst>
              <a:ext uri="{FF2B5EF4-FFF2-40B4-BE49-F238E27FC236}">
                <a16:creationId xmlns:a16="http://schemas.microsoft.com/office/drawing/2014/main" id="{9C1025A1-7EB3-4557-B072-797AD85F31A4}"/>
              </a:ext>
            </a:extLst>
          </p:cNvPr>
          <p:cNvSpPr>
            <a:spLocks noGrp="1"/>
          </p:cNvSpPr>
          <p:nvPr>
            <p:ph type="sldNum" sz="quarter" idx="12"/>
          </p:nvPr>
        </p:nvSpPr>
        <p:spPr/>
        <p:txBody>
          <a:bodyPr/>
          <a:lstStyle/>
          <a:p>
            <a:fld id="{21782F98-F548-4E33-958E-D2A6C4BA8EFA}" type="slidenum">
              <a:rPr lang="en-US" smtClean="0"/>
              <a:t>5</a:t>
            </a:fld>
            <a:endParaRPr lang="en-US"/>
          </a:p>
        </p:txBody>
      </p:sp>
      <p:sp>
        <p:nvSpPr>
          <p:cNvPr id="17" name="Date Placeholder 16">
            <a:extLst>
              <a:ext uri="{FF2B5EF4-FFF2-40B4-BE49-F238E27FC236}">
                <a16:creationId xmlns:a16="http://schemas.microsoft.com/office/drawing/2014/main" id="{C68FFCE0-41C3-4BAE-A1C1-B4F6A22FD67D}"/>
              </a:ext>
            </a:extLst>
          </p:cNvPr>
          <p:cNvSpPr>
            <a:spLocks noGrp="1"/>
          </p:cNvSpPr>
          <p:nvPr>
            <p:ph type="dt" sz="half" idx="10"/>
          </p:nvPr>
        </p:nvSpPr>
        <p:spPr/>
        <p:txBody>
          <a:bodyPr/>
          <a:lstStyle/>
          <a:p>
            <a:fld id="{FD39FC64-07D9-42D7-B66B-04B7997203D2}" type="datetime1">
              <a:rPr lang="vi-VN" smtClean="0"/>
              <a:t>01/12/2024</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7AC20-E606-4649-8146-B72FE3D754C9}"/>
              </a:ext>
            </a:extLst>
          </p:cNvPr>
          <p:cNvSpPr>
            <a:spLocks noGrp="1"/>
          </p:cNvSpPr>
          <p:nvPr>
            <p:ph type="title"/>
          </p:nvPr>
        </p:nvSpPr>
        <p:spPr/>
        <p:txBody>
          <a:bodyPr/>
          <a:lstStyle/>
          <a:p>
            <a:r>
              <a:rPr lang="en-AU"/>
              <a:t>Các tính chất của </a:t>
            </a:r>
            <a:r>
              <a:rPr lang="en-AU" dirty="0"/>
              <a:t>BSTREE</a:t>
            </a:r>
          </a:p>
        </p:txBody>
      </p:sp>
      <p:sp>
        <p:nvSpPr>
          <p:cNvPr id="93190" name="Content Placeholder 2">
            <a:extLst>
              <a:ext uri="{FF2B5EF4-FFF2-40B4-BE49-F238E27FC236}">
                <a16:creationId xmlns:a16="http://schemas.microsoft.com/office/drawing/2014/main" id="{60D13813-9AE0-4045-8AAF-334285492E4B}"/>
              </a:ext>
            </a:extLst>
          </p:cNvPr>
          <p:cNvSpPr>
            <a:spLocks noGrp="1"/>
          </p:cNvSpPr>
          <p:nvPr>
            <p:ph idx="1"/>
          </p:nvPr>
        </p:nvSpPr>
        <p:spPr/>
        <p:txBody>
          <a:bodyPr/>
          <a:lstStyle/>
          <a:p>
            <a:r>
              <a:rPr lang="vi-VN" altLang="en-US">
                <a:sym typeface="Wingdings" panose="05000000000000000000" pitchFamily="2" charset="2"/>
              </a:rPr>
              <a:t>Số lần thực hiện phép so sánh tối đa để tìm phần tử X là h, với h là chiều cao của cây</a:t>
            </a:r>
            <a:r>
              <a:rPr lang="en-US" altLang="en-US">
                <a:sym typeface="Wingdings" panose="05000000000000000000" pitchFamily="2" charset="2"/>
              </a:rPr>
              <a:t>  chi phí tìm kiếm trung bình trên cây tìm kiếm nhị phân là O(log</a:t>
            </a:r>
            <a:r>
              <a:rPr lang="en-US" altLang="en-US" baseline="-25000">
                <a:sym typeface="Wingdings" panose="05000000000000000000" pitchFamily="2" charset="2"/>
              </a:rPr>
              <a:t>2</a:t>
            </a:r>
            <a:r>
              <a:rPr lang="en-US" altLang="en-US">
                <a:sym typeface="Wingdings" panose="05000000000000000000" pitchFamily="2" charset="2"/>
              </a:rPr>
              <a:t>n).</a:t>
            </a:r>
            <a:endParaRPr lang="en-US" altLang="en-US"/>
          </a:p>
          <a:p>
            <a:r>
              <a:rPr lang="vi-VN" altLang="en-US"/>
              <a:t>Phép duyệt </a:t>
            </a:r>
            <a:r>
              <a:rPr lang="en-US" altLang="en-US"/>
              <a:t>LNR</a:t>
            </a:r>
            <a:r>
              <a:rPr lang="vi-VN" altLang="en-US"/>
              <a:t> duyệt qua các nút của cây theo thứ</a:t>
            </a:r>
            <a:r>
              <a:rPr lang="en-US" altLang="en-US"/>
              <a:t> </a:t>
            </a:r>
            <a:r>
              <a:rPr lang="vi-VN" altLang="en-US"/>
              <a:t>tự</a:t>
            </a:r>
            <a:r>
              <a:rPr lang="en-US" altLang="en-US"/>
              <a:t> </a:t>
            </a:r>
            <a:r>
              <a:rPr lang="vi-VN" altLang="en-US"/>
              <a:t>tăng dần</a:t>
            </a:r>
            <a:r>
              <a:rPr lang="en-US" altLang="en-US"/>
              <a:t>.</a:t>
            </a:r>
          </a:p>
          <a:p>
            <a:r>
              <a:rPr lang="vi-VN" altLang="en-US"/>
              <a:t>Phép duyệt </a:t>
            </a:r>
            <a:r>
              <a:rPr lang="en-US" altLang="en-US"/>
              <a:t>RNL</a:t>
            </a:r>
            <a:r>
              <a:rPr lang="vi-VN" altLang="en-US"/>
              <a:t> duyệt qua các nút của cây theo thứ</a:t>
            </a:r>
            <a:r>
              <a:rPr lang="en-US" altLang="en-US"/>
              <a:t> </a:t>
            </a:r>
            <a:r>
              <a:rPr lang="vi-VN" altLang="en-US"/>
              <a:t>tự</a:t>
            </a:r>
            <a:r>
              <a:rPr lang="en-US" altLang="en-US"/>
              <a:t> giảm</a:t>
            </a:r>
            <a:r>
              <a:rPr lang="vi-VN" altLang="en-US"/>
              <a:t> dần</a:t>
            </a:r>
            <a:r>
              <a:rPr lang="en-US" altLang="en-US"/>
              <a:t>.</a:t>
            </a:r>
            <a:endParaRPr lang="en-AU" altLang="en-US"/>
          </a:p>
          <a:p>
            <a:endParaRPr lang="en-AU" altLang="en-US"/>
          </a:p>
        </p:txBody>
      </p:sp>
      <p:sp>
        <p:nvSpPr>
          <p:cNvPr id="10" name="Footer Placeholder 9">
            <a:extLst>
              <a:ext uri="{FF2B5EF4-FFF2-40B4-BE49-F238E27FC236}">
                <a16:creationId xmlns:a16="http://schemas.microsoft.com/office/drawing/2014/main" id="{339D5A5E-6173-451D-8249-243D5D11FA8C}"/>
              </a:ext>
            </a:extLst>
          </p:cNvPr>
          <p:cNvSpPr>
            <a:spLocks noGrp="1"/>
          </p:cNvSpPr>
          <p:nvPr>
            <p:ph type="ftr" sz="quarter" idx="11"/>
          </p:nvPr>
        </p:nvSpPr>
        <p:spPr/>
        <p:txBody>
          <a:bodyPr/>
          <a:lstStyle/>
          <a:p>
            <a:r>
              <a:rPr lang="en-US"/>
              <a:t>Cấu Trúc Dữ Liệu &amp; Giải Thuật (Data Structures &amp; Algorithms) - Cây (Tree)</a:t>
            </a:r>
          </a:p>
        </p:txBody>
      </p:sp>
      <p:sp>
        <p:nvSpPr>
          <p:cNvPr id="11" name="Slide Number Placeholder 10">
            <a:extLst>
              <a:ext uri="{FF2B5EF4-FFF2-40B4-BE49-F238E27FC236}">
                <a16:creationId xmlns:a16="http://schemas.microsoft.com/office/drawing/2014/main" id="{E0F43A4C-A8A8-4AC1-89DC-4D2DD245AB82}"/>
              </a:ext>
            </a:extLst>
          </p:cNvPr>
          <p:cNvSpPr>
            <a:spLocks noGrp="1"/>
          </p:cNvSpPr>
          <p:nvPr>
            <p:ph type="sldNum" sz="quarter" idx="12"/>
          </p:nvPr>
        </p:nvSpPr>
        <p:spPr/>
        <p:txBody>
          <a:bodyPr/>
          <a:lstStyle/>
          <a:p>
            <a:fld id="{21782F98-F548-4E33-958E-D2A6C4BA8EFA}" type="slidenum">
              <a:rPr lang="en-US" smtClean="0"/>
              <a:t>6</a:t>
            </a:fld>
            <a:endParaRPr lang="en-US"/>
          </a:p>
        </p:txBody>
      </p:sp>
      <p:sp>
        <p:nvSpPr>
          <p:cNvPr id="12" name="Date Placeholder 11">
            <a:extLst>
              <a:ext uri="{FF2B5EF4-FFF2-40B4-BE49-F238E27FC236}">
                <a16:creationId xmlns:a16="http://schemas.microsoft.com/office/drawing/2014/main" id="{C47554EF-43EF-4287-9FEE-2D34816C1560}"/>
              </a:ext>
            </a:extLst>
          </p:cNvPr>
          <p:cNvSpPr>
            <a:spLocks noGrp="1"/>
          </p:cNvSpPr>
          <p:nvPr>
            <p:ph type="dt" sz="half" idx="10"/>
          </p:nvPr>
        </p:nvSpPr>
        <p:spPr/>
        <p:txBody>
          <a:bodyPr/>
          <a:lstStyle/>
          <a:p>
            <a:fld id="{330843DD-C3DD-416E-9BB9-2E0EC49260B9}" type="datetime1">
              <a:rPr lang="vi-VN" smtClean="0"/>
              <a:t>01/12/2024</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2D831-BA50-4318-BA7A-76C664067A65}"/>
              </a:ext>
            </a:extLst>
          </p:cNvPr>
          <p:cNvSpPr>
            <a:spLocks noGrp="1"/>
          </p:cNvSpPr>
          <p:nvPr>
            <p:ph type="title"/>
          </p:nvPr>
        </p:nvSpPr>
        <p:spPr/>
        <p:txBody>
          <a:bodyPr/>
          <a:lstStyle/>
          <a:p>
            <a:r>
              <a:rPr lang="en-AU"/>
              <a:t>Các thao tác trên BSTREE</a:t>
            </a:r>
            <a:endParaRPr lang="en-AU" dirty="0"/>
          </a:p>
        </p:txBody>
      </p:sp>
      <p:sp>
        <p:nvSpPr>
          <p:cNvPr id="95238" name="Content Placeholder 2">
            <a:extLst>
              <a:ext uri="{FF2B5EF4-FFF2-40B4-BE49-F238E27FC236}">
                <a16:creationId xmlns:a16="http://schemas.microsoft.com/office/drawing/2014/main" id="{7219F8BB-93E3-4078-94AF-8273807E0D8C}"/>
              </a:ext>
            </a:extLst>
          </p:cNvPr>
          <p:cNvSpPr>
            <a:spLocks noGrp="1"/>
          </p:cNvSpPr>
          <p:nvPr>
            <p:ph idx="1"/>
          </p:nvPr>
        </p:nvSpPr>
        <p:spPr/>
        <p:txBody>
          <a:bodyPr/>
          <a:lstStyle/>
          <a:p>
            <a:r>
              <a:rPr lang="en-AU" altLang="en-US"/>
              <a:t>Tạo cây BSTree</a:t>
            </a:r>
          </a:p>
          <a:p>
            <a:r>
              <a:rPr lang="en-AU" altLang="en-US"/>
              <a:t>Tìm kiếm phần tử X trong cây</a:t>
            </a:r>
          </a:p>
          <a:p>
            <a:r>
              <a:rPr lang="en-AU" altLang="en-US"/>
              <a:t>Tìm giá trị nhỏ nhất và lớn nhất trong cây</a:t>
            </a:r>
          </a:p>
          <a:p>
            <a:r>
              <a:rPr lang="en-AU" altLang="en-US"/>
              <a:t>Thêm một phần tử vào cây</a:t>
            </a:r>
          </a:p>
          <a:p>
            <a:r>
              <a:rPr lang="en-AU" altLang="en-US"/>
              <a:t>Xóa phần tử có giá trị X trong cây</a:t>
            </a:r>
          </a:p>
          <a:p>
            <a:r>
              <a:rPr lang="en-AU" altLang="en-US"/>
              <a:t>Hủy toàn bộ cây</a:t>
            </a:r>
          </a:p>
        </p:txBody>
      </p:sp>
      <p:sp>
        <p:nvSpPr>
          <p:cNvPr id="10" name="Footer Placeholder 9">
            <a:extLst>
              <a:ext uri="{FF2B5EF4-FFF2-40B4-BE49-F238E27FC236}">
                <a16:creationId xmlns:a16="http://schemas.microsoft.com/office/drawing/2014/main" id="{88E73786-8E26-4173-91C2-8034D28A6D5F}"/>
              </a:ext>
            </a:extLst>
          </p:cNvPr>
          <p:cNvSpPr>
            <a:spLocks noGrp="1"/>
          </p:cNvSpPr>
          <p:nvPr>
            <p:ph type="ftr" sz="quarter" idx="11"/>
          </p:nvPr>
        </p:nvSpPr>
        <p:spPr/>
        <p:txBody>
          <a:bodyPr/>
          <a:lstStyle/>
          <a:p>
            <a:r>
              <a:rPr lang="en-US"/>
              <a:t>Cấu Trúc Dữ Liệu &amp; Giải Thuật (Data Structures &amp; Algorithms) - Cây (Tree)</a:t>
            </a:r>
          </a:p>
        </p:txBody>
      </p:sp>
      <p:sp>
        <p:nvSpPr>
          <p:cNvPr id="11" name="Slide Number Placeholder 10">
            <a:extLst>
              <a:ext uri="{FF2B5EF4-FFF2-40B4-BE49-F238E27FC236}">
                <a16:creationId xmlns:a16="http://schemas.microsoft.com/office/drawing/2014/main" id="{B932486D-0C92-4878-A0FA-5780D457F580}"/>
              </a:ext>
            </a:extLst>
          </p:cNvPr>
          <p:cNvSpPr>
            <a:spLocks noGrp="1"/>
          </p:cNvSpPr>
          <p:nvPr>
            <p:ph type="sldNum" sz="quarter" idx="12"/>
          </p:nvPr>
        </p:nvSpPr>
        <p:spPr/>
        <p:txBody>
          <a:bodyPr/>
          <a:lstStyle/>
          <a:p>
            <a:fld id="{21782F98-F548-4E33-958E-D2A6C4BA8EFA}" type="slidenum">
              <a:rPr lang="en-US" smtClean="0"/>
              <a:t>7</a:t>
            </a:fld>
            <a:endParaRPr lang="en-US"/>
          </a:p>
        </p:txBody>
      </p:sp>
      <p:sp>
        <p:nvSpPr>
          <p:cNvPr id="12" name="Date Placeholder 11">
            <a:extLst>
              <a:ext uri="{FF2B5EF4-FFF2-40B4-BE49-F238E27FC236}">
                <a16:creationId xmlns:a16="http://schemas.microsoft.com/office/drawing/2014/main" id="{41098735-EB82-4985-8355-AB4CC0640BE5}"/>
              </a:ext>
            </a:extLst>
          </p:cNvPr>
          <p:cNvSpPr>
            <a:spLocks noGrp="1"/>
          </p:cNvSpPr>
          <p:nvPr>
            <p:ph type="dt" sz="half" idx="10"/>
          </p:nvPr>
        </p:nvSpPr>
        <p:spPr/>
        <p:txBody>
          <a:bodyPr/>
          <a:lstStyle/>
          <a:p>
            <a:fld id="{39E2F4D0-2DC0-4475-8D77-F955AA46BA9F}" type="datetime1">
              <a:rPr lang="vi-VN" smtClean="0"/>
              <a:t>01/12/2024</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5682-08CD-41A8-9686-ED5F683BA5D0}"/>
              </a:ext>
            </a:extLst>
          </p:cNvPr>
          <p:cNvSpPr>
            <a:spLocks noGrp="1"/>
          </p:cNvSpPr>
          <p:nvPr>
            <p:ph type="title"/>
          </p:nvPr>
        </p:nvSpPr>
        <p:spPr/>
        <p:txBody>
          <a:bodyPr/>
          <a:lstStyle/>
          <a:p>
            <a:r>
              <a:rPr lang="en-AU"/>
              <a:t>Tạo cây BSTREE</a:t>
            </a:r>
            <a:endParaRPr lang="en-AU" dirty="0"/>
          </a:p>
        </p:txBody>
      </p:sp>
      <p:sp>
        <p:nvSpPr>
          <p:cNvPr id="10" name="Rectangle 9">
            <a:extLst>
              <a:ext uri="{FF2B5EF4-FFF2-40B4-BE49-F238E27FC236}">
                <a16:creationId xmlns:a16="http://schemas.microsoft.com/office/drawing/2014/main" id="{2CA5C9C9-B091-432A-82AE-683B47FF1835}"/>
              </a:ext>
            </a:extLst>
          </p:cNvPr>
          <p:cNvSpPr/>
          <p:nvPr/>
        </p:nvSpPr>
        <p:spPr>
          <a:xfrm>
            <a:off x="1219200" y="1593357"/>
            <a:ext cx="5204749" cy="5078313"/>
          </a:xfrm>
          <a:prstGeom prst="rect">
            <a:avLst/>
          </a:prstGeom>
        </p:spPr>
        <p:txBody>
          <a:bodyPr wrap="square">
            <a:spAutoFit/>
          </a:bodyPr>
          <a:lstStyle/>
          <a:p>
            <a:r>
              <a:rPr lang="en-US" sz="1800">
                <a:solidFill>
                  <a:srgbClr val="0000FF"/>
                </a:solidFill>
                <a:latin typeface="Consolas" panose="020B0609020204030204" pitchFamily="49" charset="0"/>
              </a:rPr>
              <a:t>typedef</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struct</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267F99"/>
                </a:solidFill>
                <a:latin typeface="Consolas" panose="020B0609020204030204" pitchFamily="49" charset="0"/>
              </a:rPr>
              <a:t>BNODE</a:t>
            </a:r>
            <a:r>
              <a:rPr lang="en-US" sz="1800">
                <a:solidFill>
                  <a:srgbClr val="000000"/>
                </a:solidFill>
                <a:latin typeface="Consolas" panose="020B0609020204030204" pitchFamily="49" charset="0"/>
              </a:rPr>
              <a:t> *</a:t>
            </a:r>
            <a:r>
              <a:rPr lang="en-US" sz="1800">
                <a:solidFill>
                  <a:srgbClr val="001080"/>
                </a:solidFill>
                <a:latin typeface="Consolas" panose="020B0609020204030204" pitchFamily="49" charset="0"/>
              </a:rPr>
              <a:t>root</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r>
              <a:rPr lang="en-US" sz="1800">
                <a:solidFill>
                  <a:srgbClr val="267F99"/>
                </a:solidFill>
                <a:latin typeface="Consolas" panose="020B0609020204030204" pitchFamily="49" charset="0"/>
              </a:rPr>
              <a:t>BSTREE</a:t>
            </a:r>
            <a:r>
              <a:rPr lang="en-US" sz="1800">
                <a:solidFill>
                  <a:srgbClr val="000000"/>
                </a:solidFill>
                <a:latin typeface="Consolas" panose="020B0609020204030204" pitchFamily="49" charset="0"/>
              </a:rPr>
              <a:t>;</a:t>
            </a:r>
          </a:p>
          <a:p>
            <a:br>
              <a:rPr lang="en-US" sz="1800">
                <a:solidFill>
                  <a:srgbClr val="000000"/>
                </a:solidFill>
                <a:latin typeface="Consolas" panose="020B0609020204030204" pitchFamily="49" charset="0"/>
              </a:rPr>
            </a:br>
            <a:r>
              <a:rPr lang="en-US" sz="1800">
                <a:solidFill>
                  <a:srgbClr val="0000FF"/>
                </a:solidFill>
                <a:latin typeface="Consolas" panose="020B0609020204030204" pitchFamily="49" charset="0"/>
              </a:rPr>
              <a:t>void</a:t>
            </a:r>
            <a:r>
              <a:rPr lang="en-US" sz="1800">
                <a:solidFill>
                  <a:srgbClr val="000000"/>
                </a:solidFill>
                <a:latin typeface="Consolas" panose="020B0609020204030204" pitchFamily="49" charset="0"/>
              </a:rPr>
              <a:t> </a:t>
            </a:r>
            <a:r>
              <a:rPr lang="en-US" sz="1800">
                <a:solidFill>
                  <a:srgbClr val="795E26"/>
                </a:solidFill>
                <a:latin typeface="Consolas" panose="020B0609020204030204" pitchFamily="49" charset="0"/>
              </a:rPr>
              <a:t>Initialize</a:t>
            </a:r>
            <a:r>
              <a:rPr lang="en-US" sz="1800">
                <a:solidFill>
                  <a:srgbClr val="000000"/>
                </a:solidFill>
                <a:latin typeface="Consolas" panose="020B0609020204030204" pitchFamily="49" charset="0"/>
              </a:rPr>
              <a:t>(</a:t>
            </a:r>
            <a:r>
              <a:rPr lang="en-US" sz="1800">
                <a:solidFill>
                  <a:srgbClr val="267F99"/>
                </a:solidFill>
                <a:latin typeface="Consolas" panose="020B0609020204030204" pitchFamily="49" charset="0"/>
              </a:rPr>
              <a:t>BSTREE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&amp;</a:t>
            </a:r>
            <a:r>
              <a:rPr lang="en-US" sz="1800">
                <a:solidFill>
                  <a:srgbClr val="001080"/>
                </a:solidFill>
                <a:latin typeface="Consolas" panose="020B0609020204030204" pitchFamily="49" charset="0"/>
              </a:rPr>
              <a:t>tree</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1080"/>
                </a:solidFill>
                <a:latin typeface="Consolas" panose="020B0609020204030204" pitchFamily="49" charset="0"/>
              </a:rPr>
              <a:t>tree</a:t>
            </a:r>
            <a:r>
              <a:rPr lang="en-US" sz="1800">
                <a:solidFill>
                  <a:srgbClr val="000000"/>
                </a:solidFill>
                <a:latin typeface="Consolas" panose="020B0609020204030204" pitchFamily="49" charset="0"/>
              </a:rPr>
              <a:t>.</a:t>
            </a:r>
            <a:r>
              <a:rPr lang="en-US" sz="1800">
                <a:solidFill>
                  <a:srgbClr val="001080"/>
                </a:solidFill>
                <a:latin typeface="Consolas" panose="020B0609020204030204" pitchFamily="49" charset="0"/>
              </a:rPr>
              <a:t>root</a:t>
            </a:r>
            <a:r>
              <a:rPr lang="en-US" sz="1800">
                <a:solidFill>
                  <a:srgbClr val="000000"/>
                </a:solidFill>
                <a:latin typeface="Consolas" panose="020B0609020204030204" pitchFamily="49" charset="0"/>
              </a:rPr>
              <a:t> = </a:t>
            </a:r>
            <a:r>
              <a:rPr lang="en-US" sz="1800">
                <a:solidFill>
                  <a:srgbClr val="0000FF"/>
                </a:solidFill>
                <a:latin typeface="Consolas" panose="020B0609020204030204" pitchFamily="49" charset="0"/>
              </a:rPr>
              <a:t>NULL</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a:t>
            </a:r>
          </a:p>
          <a:p>
            <a:br>
              <a:rPr lang="en-US" sz="1800">
                <a:solidFill>
                  <a:srgbClr val="000000"/>
                </a:solidFill>
                <a:latin typeface="Consolas" panose="020B0609020204030204" pitchFamily="49" charset="0"/>
              </a:rPr>
            </a:br>
            <a:r>
              <a:rPr lang="en-US" sz="1800">
                <a:solidFill>
                  <a:srgbClr val="0000FF"/>
                </a:solidFill>
                <a:latin typeface="Consolas" panose="020B0609020204030204" pitchFamily="49" charset="0"/>
              </a:rPr>
              <a:t>void</a:t>
            </a:r>
            <a:r>
              <a:rPr lang="en-US" sz="1800">
                <a:solidFill>
                  <a:srgbClr val="000000"/>
                </a:solidFill>
                <a:latin typeface="Consolas" panose="020B0609020204030204" pitchFamily="49" charset="0"/>
              </a:rPr>
              <a:t> </a:t>
            </a:r>
            <a:r>
              <a:rPr lang="en-US" sz="1800">
                <a:solidFill>
                  <a:srgbClr val="795E26"/>
                </a:solidFill>
                <a:latin typeface="Consolas" panose="020B0609020204030204" pitchFamily="49" charset="0"/>
              </a:rPr>
              <a:t>CreateBSTree</a:t>
            </a:r>
            <a:r>
              <a:rPr lang="en-US" sz="1800">
                <a:solidFill>
                  <a:srgbClr val="000000"/>
                </a:solidFill>
                <a:latin typeface="Consolas" panose="020B0609020204030204" pitchFamily="49" charset="0"/>
              </a:rPr>
              <a:t>(</a:t>
            </a:r>
            <a:r>
              <a:rPr lang="en-US" sz="1800">
                <a:solidFill>
                  <a:srgbClr val="267F99"/>
                </a:solidFill>
                <a:latin typeface="Consolas" panose="020B0609020204030204" pitchFamily="49" charset="0"/>
              </a:rPr>
              <a:t>BNODE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*&amp;</a:t>
            </a:r>
            <a:r>
              <a:rPr lang="en-US" sz="1800">
                <a:solidFill>
                  <a:srgbClr val="001080"/>
                </a:solidFill>
                <a:latin typeface="Consolas" panose="020B0609020204030204" pitchFamily="49" charset="0"/>
              </a:rPr>
              <a:t>p</a:t>
            </a:r>
            <a:r>
              <a:rPr lang="en-US" sz="1800">
                <a:solidFill>
                  <a:srgbClr val="000000"/>
                </a:solidFill>
                <a:latin typeface="Consolas" panose="020B0609020204030204" pitchFamily="49" charset="0"/>
              </a:rPr>
              <a:t>) { </a:t>
            </a:r>
          </a:p>
          <a:p>
            <a:r>
              <a:rPr lang="en-US" sz="1800">
                <a:solidFill>
                  <a:srgbClr val="000000"/>
                </a:solidFill>
                <a:latin typeface="Consolas" panose="020B0609020204030204" pitchFamily="49" charset="0"/>
              </a:rPr>
              <a:t>    </a:t>
            </a:r>
            <a:r>
              <a:rPr lang="en-US" sz="1800">
                <a:solidFill>
                  <a:srgbClr val="AF00DB"/>
                </a:solidFill>
                <a:latin typeface="Consolas" panose="020B0609020204030204" pitchFamily="49" charset="0"/>
              </a:rPr>
              <a:t>while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true</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a:t>
            </a:r>
            <a:r>
              <a:rPr lang="en-US" sz="1800">
                <a:solidFill>
                  <a:srgbClr val="001080"/>
                </a:solidFill>
                <a:latin typeface="Consolas" panose="020B0609020204030204" pitchFamily="49" charset="0"/>
              </a:rPr>
              <a:t>x</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r>
              <a:rPr lang="en-US" sz="1800">
                <a:solidFill>
                  <a:srgbClr val="001080"/>
                </a:solidFill>
                <a:latin typeface="Consolas" panose="020B0609020204030204" pitchFamily="49" charset="0"/>
              </a:rPr>
              <a:t>cout</a:t>
            </a:r>
            <a:r>
              <a:rPr lang="en-US" sz="1800">
                <a:solidFill>
                  <a:srgbClr val="000000"/>
                </a:solidFill>
                <a:latin typeface="Consolas" panose="020B0609020204030204" pitchFamily="49" charset="0"/>
              </a:rPr>
              <a:t> </a:t>
            </a:r>
            <a:r>
              <a:rPr lang="en-US" sz="1800">
                <a:solidFill>
                  <a:srgbClr val="795E26"/>
                </a:solidFill>
                <a:latin typeface="Consolas" panose="020B0609020204030204" pitchFamily="49" charset="0"/>
              </a:rPr>
              <a:t>&lt;&lt;</a:t>
            </a:r>
            <a:r>
              <a:rPr lang="en-US" sz="1800">
                <a:solidFill>
                  <a:srgbClr val="000000"/>
                </a:solidFill>
                <a:latin typeface="Consolas" panose="020B0609020204030204" pitchFamily="49" charset="0"/>
              </a:rPr>
              <a:t> </a:t>
            </a:r>
            <a:r>
              <a:rPr lang="en-US" sz="1800">
                <a:solidFill>
                  <a:srgbClr val="A31515"/>
                </a:solidFill>
                <a:latin typeface="Consolas" panose="020B0609020204030204" pitchFamily="49" charset="0"/>
              </a:rPr>
              <a:t>"Enter value of NODE:"</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r>
              <a:rPr lang="en-US" sz="1800">
                <a:solidFill>
                  <a:srgbClr val="001080"/>
                </a:solidFill>
                <a:latin typeface="Consolas" panose="020B0609020204030204" pitchFamily="49" charset="0"/>
              </a:rPr>
              <a:t>cin</a:t>
            </a:r>
            <a:r>
              <a:rPr lang="en-US" sz="1800">
                <a:solidFill>
                  <a:srgbClr val="000000"/>
                </a:solidFill>
                <a:latin typeface="Consolas" panose="020B0609020204030204" pitchFamily="49" charset="0"/>
              </a:rPr>
              <a:t> </a:t>
            </a:r>
            <a:r>
              <a:rPr lang="en-US" sz="1800">
                <a:solidFill>
                  <a:srgbClr val="795E26"/>
                </a:solidFill>
                <a:latin typeface="Consolas" panose="020B0609020204030204" pitchFamily="49" charset="0"/>
              </a:rPr>
              <a:t>&gt;&gt;</a:t>
            </a:r>
            <a:r>
              <a:rPr lang="en-US" sz="1800">
                <a:solidFill>
                  <a:srgbClr val="000000"/>
                </a:solidFill>
                <a:latin typeface="Consolas" panose="020B0609020204030204" pitchFamily="49" charset="0"/>
              </a:rPr>
              <a:t> </a:t>
            </a:r>
            <a:r>
              <a:rPr lang="en-US" sz="1800">
                <a:solidFill>
                  <a:srgbClr val="001080"/>
                </a:solidFill>
                <a:latin typeface="Consolas" panose="020B0609020204030204" pitchFamily="49" charset="0"/>
              </a:rPr>
              <a:t>x</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r>
              <a:rPr lang="en-US" sz="1800">
                <a:solidFill>
                  <a:srgbClr val="AF00DB"/>
                </a:solidFill>
                <a:latin typeface="Consolas" panose="020B0609020204030204" pitchFamily="49" charset="0"/>
              </a:rPr>
              <a:t>if</a:t>
            </a:r>
            <a:r>
              <a:rPr lang="en-US" sz="1800">
                <a:solidFill>
                  <a:srgbClr val="000000"/>
                </a:solidFill>
                <a:latin typeface="Consolas" panose="020B0609020204030204" pitchFamily="49" charset="0"/>
              </a:rPr>
              <a:t> (</a:t>
            </a:r>
            <a:r>
              <a:rPr lang="en-US" sz="1800">
                <a:solidFill>
                  <a:srgbClr val="001080"/>
                </a:solidFill>
                <a:latin typeface="Consolas" panose="020B0609020204030204" pitchFamily="49" charset="0"/>
              </a:rPr>
              <a:t>x</a:t>
            </a:r>
            <a:r>
              <a:rPr lang="en-US" sz="1800">
                <a:solidFill>
                  <a:srgbClr val="000000"/>
                </a:solidFill>
                <a:latin typeface="Consolas" panose="020B0609020204030204" pitchFamily="49" charset="0"/>
              </a:rPr>
              <a:t> == -</a:t>
            </a:r>
            <a:r>
              <a:rPr lang="en-US" sz="1800">
                <a:solidFill>
                  <a:srgbClr val="098658"/>
                </a:solidFill>
                <a:latin typeface="Consolas" panose="020B0609020204030204" pitchFamily="49" charset="0"/>
              </a:rPr>
              <a:t>1</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r>
              <a:rPr lang="en-US" sz="1800">
                <a:solidFill>
                  <a:srgbClr val="AF00DB"/>
                </a:solidFill>
                <a:latin typeface="Consolas" panose="020B0609020204030204" pitchFamily="49" charset="0"/>
              </a:rPr>
              <a:t>break</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r>
              <a:rPr lang="en-US" sz="1800">
                <a:solidFill>
                  <a:srgbClr val="795E26"/>
                </a:solidFill>
                <a:latin typeface="Consolas" panose="020B0609020204030204" pitchFamily="49" charset="0"/>
              </a:rPr>
              <a:t>InsertNode</a:t>
            </a:r>
            <a:r>
              <a:rPr lang="en-US" sz="1800">
                <a:solidFill>
                  <a:srgbClr val="000000"/>
                </a:solidFill>
                <a:latin typeface="Consolas" panose="020B0609020204030204" pitchFamily="49" charset="0"/>
              </a:rPr>
              <a:t>(</a:t>
            </a:r>
            <a:r>
              <a:rPr lang="en-US" sz="1800">
                <a:solidFill>
                  <a:srgbClr val="001080"/>
                </a:solidFill>
                <a:latin typeface="Consolas" panose="020B0609020204030204" pitchFamily="49" charset="0"/>
              </a:rPr>
              <a:t>p</a:t>
            </a:r>
            <a:r>
              <a:rPr lang="en-US" sz="1800">
                <a:solidFill>
                  <a:srgbClr val="000000"/>
                </a:solidFill>
                <a:latin typeface="Consolas" panose="020B0609020204030204" pitchFamily="49" charset="0"/>
              </a:rPr>
              <a:t>, </a:t>
            </a:r>
            <a:r>
              <a:rPr lang="en-US" sz="1800">
                <a:solidFill>
                  <a:srgbClr val="001080"/>
                </a:solidFill>
                <a:latin typeface="Consolas" panose="020B0609020204030204" pitchFamily="49" charset="0"/>
              </a:rPr>
              <a:t>x</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a:t>
            </a:r>
          </a:p>
        </p:txBody>
      </p:sp>
      <p:sp>
        <p:nvSpPr>
          <p:cNvPr id="12" name="Footer Placeholder 11">
            <a:extLst>
              <a:ext uri="{FF2B5EF4-FFF2-40B4-BE49-F238E27FC236}">
                <a16:creationId xmlns:a16="http://schemas.microsoft.com/office/drawing/2014/main" id="{66DEAC7B-AFEF-4CBA-ADB8-CB8B9BFE667E}"/>
              </a:ext>
            </a:extLst>
          </p:cNvPr>
          <p:cNvSpPr>
            <a:spLocks noGrp="1"/>
          </p:cNvSpPr>
          <p:nvPr>
            <p:ph type="ftr" sz="quarter" idx="11"/>
          </p:nvPr>
        </p:nvSpPr>
        <p:spPr/>
        <p:txBody>
          <a:bodyPr/>
          <a:lstStyle/>
          <a:p>
            <a:r>
              <a:rPr lang="en-US"/>
              <a:t>Cấu Trúc Dữ Liệu &amp; Giải Thuật (Data Structures &amp; Algorithms) - Cây (Tree)</a:t>
            </a:r>
          </a:p>
        </p:txBody>
      </p:sp>
      <p:sp>
        <p:nvSpPr>
          <p:cNvPr id="13" name="Slide Number Placeholder 12">
            <a:extLst>
              <a:ext uri="{FF2B5EF4-FFF2-40B4-BE49-F238E27FC236}">
                <a16:creationId xmlns:a16="http://schemas.microsoft.com/office/drawing/2014/main" id="{0175E0E7-2A6C-4CEE-83AE-2014C1224A53}"/>
              </a:ext>
            </a:extLst>
          </p:cNvPr>
          <p:cNvSpPr>
            <a:spLocks noGrp="1"/>
          </p:cNvSpPr>
          <p:nvPr>
            <p:ph type="sldNum" sz="quarter" idx="12"/>
          </p:nvPr>
        </p:nvSpPr>
        <p:spPr/>
        <p:txBody>
          <a:bodyPr/>
          <a:lstStyle/>
          <a:p>
            <a:fld id="{21782F98-F548-4E33-958E-D2A6C4BA8EFA}" type="slidenum">
              <a:rPr lang="en-US" smtClean="0"/>
              <a:t>8</a:t>
            </a:fld>
            <a:endParaRPr lang="en-US"/>
          </a:p>
        </p:txBody>
      </p:sp>
      <p:sp>
        <p:nvSpPr>
          <p:cNvPr id="14" name="Date Placeholder 13">
            <a:extLst>
              <a:ext uri="{FF2B5EF4-FFF2-40B4-BE49-F238E27FC236}">
                <a16:creationId xmlns:a16="http://schemas.microsoft.com/office/drawing/2014/main" id="{0ED67243-8E81-406F-B24E-3B2B2E35BADB}"/>
              </a:ext>
            </a:extLst>
          </p:cNvPr>
          <p:cNvSpPr>
            <a:spLocks noGrp="1"/>
          </p:cNvSpPr>
          <p:nvPr>
            <p:ph type="dt" sz="half" idx="10"/>
          </p:nvPr>
        </p:nvSpPr>
        <p:spPr/>
        <p:txBody>
          <a:bodyPr/>
          <a:lstStyle/>
          <a:p>
            <a:fld id="{8E344762-F384-4C01-828B-28C87D9AF48D}" type="datetime1">
              <a:rPr lang="vi-VN" smtClean="0"/>
              <a:t>01/12/2024</a:t>
            </a:fld>
            <a:endParaRPr lang="en-US"/>
          </a:p>
        </p:txBody>
      </p:sp>
      <p:sp>
        <p:nvSpPr>
          <p:cNvPr id="3" name="Rectangle 2">
            <a:extLst>
              <a:ext uri="{FF2B5EF4-FFF2-40B4-BE49-F238E27FC236}">
                <a16:creationId xmlns:a16="http://schemas.microsoft.com/office/drawing/2014/main" id="{D73336C4-0CB9-46BA-981B-6605874E2B6B}"/>
              </a:ext>
            </a:extLst>
          </p:cNvPr>
          <p:cNvSpPr/>
          <p:nvPr/>
        </p:nvSpPr>
        <p:spPr>
          <a:xfrm>
            <a:off x="5920509" y="1593357"/>
            <a:ext cx="6430848" cy="3139321"/>
          </a:xfrm>
          <a:prstGeom prst="rect">
            <a:avLst/>
          </a:prstGeom>
        </p:spPr>
        <p:txBody>
          <a:bodyPr wrap="square">
            <a:spAutoFit/>
          </a:bodyPr>
          <a:lstStyle/>
          <a:p>
            <a:r>
              <a:rPr lang="en-US" sz="1800">
                <a:solidFill>
                  <a:srgbClr val="0000FF"/>
                </a:solidFill>
                <a:latin typeface="Consolas" panose="020B0609020204030204" pitchFamily="49" charset="0"/>
              </a:rPr>
              <a:t>void</a:t>
            </a:r>
            <a:r>
              <a:rPr lang="en-US" sz="1800">
                <a:solidFill>
                  <a:srgbClr val="000000"/>
                </a:solidFill>
                <a:latin typeface="Consolas" panose="020B0609020204030204" pitchFamily="49" charset="0"/>
              </a:rPr>
              <a:t> </a:t>
            </a:r>
            <a:r>
              <a:rPr lang="en-US" sz="1800">
                <a:solidFill>
                  <a:srgbClr val="795E26"/>
                </a:solidFill>
                <a:latin typeface="Consolas" panose="020B0609020204030204" pitchFamily="49" charset="0"/>
              </a:rPr>
              <a:t>InsertNode</a:t>
            </a:r>
            <a:r>
              <a:rPr lang="en-US" sz="1800">
                <a:solidFill>
                  <a:srgbClr val="000000"/>
                </a:solidFill>
                <a:latin typeface="Consolas" panose="020B0609020204030204" pitchFamily="49" charset="0"/>
              </a:rPr>
              <a:t>(</a:t>
            </a:r>
            <a:r>
              <a:rPr lang="en-US" sz="1800">
                <a:solidFill>
                  <a:srgbClr val="267F99"/>
                </a:solidFill>
                <a:latin typeface="Consolas" panose="020B0609020204030204" pitchFamily="49" charset="0"/>
              </a:rPr>
              <a:t>BNODE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*&amp;</a:t>
            </a:r>
            <a:r>
              <a:rPr lang="en-US" sz="1800">
                <a:solidFill>
                  <a:srgbClr val="001080"/>
                </a:solidFill>
                <a:latin typeface="Consolas" panose="020B0609020204030204" pitchFamily="49" charset="0"/>
              </a:rPr>
              <a:t>root</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int</a:t>
            </a:r>
            <a:r>
              <a:rPr lang="en-US" sz="1800">
                <a:solidFill>
                  <a:srgbClr val="000000"/>
                </a:solidFill>
                <a:latin typeface="Consolas" panose="020B0609020204030204" pitchFamily="49" charset="0"/>
              </a:rPr>
              <a:t> </a:t>
            </a:r>
            <a:r>
              <a:rPr lang="en-US" sz="1800">
                <a:solidFill>
                  <a:srgbClr val="001080"/>
                </a:solidFill>
                <a:latin typeface="Consolas" panose="020B0609020204030204" pitchFamily="49" charset="0"/>
              </a:rPr>
              <a:t>x</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r>
              <a:rPr lang="en-US" sz="1800">
                <a:solidFill>
                  <a:srgbClr val="AF00DB"/>
                </a:solidFill>
                <a:latin typeface="Consolas" panose="020B0609020204030204" pitchFamily="49" charset="0"/>
              </a:rPr>
              <a:t>if</a:t>
            </a:r>
            <a:r>
              <a:rPr lang="en-US" sz="1800">
                <a:solidFill>
                  <a:srgbClr val="000000"/>
                </a:solidFill>
                <a:latin typeface="Consolas" panose="020B0609020204030204" pitchFamily="49" charset="0"/>
              </a:rPr>
              <a:t> (</a:t>
            </a:r>
            <a:r>
              <a:rPr lang="en-US" sz="1800">
                <a:solidFill>
                  <a:srgbClr val="001080"/>
                </a:solidFill>
                <a:latin typeface="Consolas" panose="020B0609020204030204" pitchFamily="49" charset="0"/>
              </a:rPr>
              <a:t>root</a:t>
            </a:r>
            <a:r>
              <a:rPr lang="en-US" sz="1800">
                <a:solidFill>
                  <a:srgbClr val="000000"/>
                </a:solidFill>
                <a:latin typeface="Consolas" panose="020B0609020204030204" pitchFamily="49" charset="0"/>
              </a:rPr>
              <a:t> == </a:t>
            </a:r>
            <a:r>
              <a:rPr lang="en-US" sz="1800">
                <a:solidFill>
                  <a:srgbClr val="0000FF"/>
                </a:solidFill>
                <a:latin typeface="Consolas" panose="020B0609020204030204" pitchFamily="49" charset="0"/>
              </a:rPr>
              <a:t>NULL</a:t>
            </a:r>
            <a:r>
              <a:rPr lang="en-US" sz="1800">
                <a:solidFill>
                  <a:srgbClr val="000000"/>
                </a:solidFill>
                <a:latin typeface="Consolas" panose="020B0609020204030204" pitchFamily="49" charset="0"/>
              </a:rPr>
              <a:t>) {        </a:t>
            </a:r>
          </a:p>
          <a:p>
            <a:r>
              <a:rPr lang="en-US" sz="1800">
                <a:solidFill>
                  <a:srgbClr val="000000"/>
                </a:solidFill>
                <a:latin typeface="Consolas" panose="020B0609020204030204" pitchFamily="49" charset="0"/>
              </a:rPr>
              <a:t>        </a:t>
            </a:r>
            <a:r>
              <a:rPr lang="en-US" sz="1800">
                <a:solidFill>
                  <a:srgbClr val="001080"/>
                </a:solidFill>
                <a:latin typeface="Consolas" panose="020B0609020204030204" pitchFamily="49" charset="0"/>
              </a:rPr>
              <a:t>root</a:t>
            </a:r>
            <a:r>
              <a:rPr lang="en-US" sz="1800">
                <a:solidFill>
                  <a:srgbClr val="000000"/>
                </a:solidFill>
                <a:latin typeface="Consolas" panose="020B0609020204030204" pitchFamily="49" charset="0"/>
              </a:rPr>
              <a:t> = </a:t>
            </a:r>
            <a:r>
              <a:rPr lang="en-US" sz="1800">
                <a:solidFill>
                  <a:srgbClr val="795E26"/>
                </a:solidFill>
                <a:latin typeface="Consolas" panose="020B0609020204030204" pitchFamily="49" charset="0"/>
              </a:rPr>
              <a:t>CreateNode</a:t>
            </a:r>
            <a:r>
              <a:rPr lang="en-US" sz="1800">
                <a:solidFill>
                  <a:srgbClr val="000000"/>
                </a:solidFill>
                <a:latin typeface="Consolas" panose="020B0609020204030204" pitchFamily="49" charset="0"/>
              </a:rPr>
              <a:t>(</a:t>
            </a:r>
            <a:r>
              <a:rPr lang="en-US" sz="1800">
                <a:solidFill>
                  <a:srgbClr val="001080"/>
                </a:solidFill>
                <a:latin typeface="Consolas" panose="020B0609020204030204" pitchFamily="49" charset="0"/>
              </a:rPr>
              <a:t>x</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AF00DB"/>
                </a:solidFill>
                <a:latin typeface="Consolas" panose="020B0609020204030204" pitchFamily="49" charset="0"/>
              </a:rPr>
              <a:t>if</a:t>
            </a:r>
            <a:r>
              <a:rPr lang="en-US" sz="1800">
                <a:solidFill>
                  <a:srgbClr val="000000"/>
                </a:solidFill>
                <a:latin typeface="Consolas" panose="020B0609020204030204" pitchFamily="49" charset="0"/>
              </a:rPr>
              <a:t> (</a:t>
            </a:r>
            <a:r>
              <a:rPr lang="en-US" sz="1800">
                <a:solidFill>
                  <a:srgbClr val="001080"/>
                </a:solidFill>
                <a:latin typeface="Consolas" panose="020B0609020204030204" pitchFamily="49" charset="0"/>
              </a:rPr>
              <a:t>x</a:t>
            </a:r>
            <a:r>
              <a:rPr lang="en-US" sz="1800">
                <a:solidFill>
                  <a:srgbClr val="000000"/>
                </a:solidFill>
                <a:latin typeface="Consolas" panose="020B0609020204030204" pitchFamily="49" charset="0"/>
              </a:rPr>
              <a:t> &gt; </a:t>
            </a:r>
            <a:r>
              <a:rPr lang="en-US" sz="1800">
                <a:solidFill>
                  <a:srgbClr val="001080"/>
                </a:solidFill>
                <a:latin typeface="Consolas" panose="020B0609020204030204" pitchFamily="49" charset="0"/>
              </a:rPr>
              <a:t>root</a:t>
            </a:r>
            <a:r>
              <a:rPr lang="en-US" sz="1800">
                <a:solidFill>
                  <a:srgbClr val="000000"/>
                </a:solidFill>
                <a:latin typeface="Consolas" panose="020B0609020204030204" pitchFamily="49" charset="0"/>
              </a:rPr>
              <a:t>-&gt;</a:t>
            </a:r>
            <a:r>
              <a:rPr lang="en-US" sz="1800">
                <a:solidFill>
                  <a:srgbClr val="001080"/>
                </a:solidFill>
                <a:latin typeface="Consolas" panose="020B0609020204030204" pitchFamily="49" charset="0"/>
              </a:rPr>
              <a:t>info</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795E26"/>
                </a:solidFill>
                <a:latin typeface="Consolas" panose="020B0609020204030204" pitchFamily="49" charset="0"/>
              </a:rPr>
              <a:t>InsertNode</a:t>
            </a:r>
            <a:r>
              <a:rPr lang="en-US" sz="1800">
                <a:solidFill>
                  <a:srgbClr val="000000"/>
                </a:solidFill>
                <a:latin typeface="Consolas" panose="020B0609020204030204" pitchFamily="49" charset="0"/>
              </a:rPr>
              <a:t>(</a:t>
            </a:r>
            <a:r>
              <a:rPr lang="en-US" sz="1800">
                <a:solidFill>
                  <a:srgbClr val="001080"/>
                </a:solidFill>
                <a:latin typeface="Consolas" panose="020B0609020204030204" pitchFamily="49" charset="0"/>
              </a:rPr>
              <a:t>root</a:t>
            </a:r>
            <a:r>
              <a:rPr lang="en-US" sz="1800">
                <a:solidFill>
                  <a:srgbClr val="000000"/>
                </a:solidFill>
                <a:latin typeface="Consolas" panose="020B0609020204030204" pitchFamily="49" charset="0"/>
              </a:rPr>
              <a:t>-&gt;</a:t>
            </a:r>
            <a:r>
              <a:rPr lang="en-US" sz="1800">
                <a:solidFill>
                  <a:srgbClr val="001080"/>
                </a:solidFill>
                <a:latin typeface="Consolas" panose="020B0609020204030204" pitchFamily="49" charset="0"/>
              </a:rPr>
              <a:t>right</a:t>
            </a:r>
            <a:r>
              <a:rPr lang="en-US" sz="1800">
                <a:solidFill>
                  <a:srgbClr val="000000"/>
                </a:solidFill>
                <a:latin typeface="Consolas" panose="020B0609020204030204" pitchFamily="49" charset="0"/>
              </a:rPr>
              <a:t>, </a:t>
            </a:r>
            <a:r>
              <a:rPr lang="en-US" sz="1800">
                <a:solidFill>
                  <a:srgbClr val="001080"/>
                </a:solidFill>
                <a:latin typeface="Consolas" panose="020B0609020204030204" pitchFamily="49" charset="0"/>
              </a:rPr>
              <a:t>x</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 </a:t>
            </a:r>
            <a:r>
              <a:rPr lang="en-US" sz="1800">
                <a:solidFill>
                  <a:srgbClr val="AF00DB"/>
                </a:solidFill>
                <a:latin typeface="Consolas" panose="020B0609020204030204" pitchFamily="49" charset="0"/>
              </a:rPr>
              <a:t>else</a:t>
            </a:r>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        </a:t>
            </a:r>
            <a:r>
              <a:rPr lang="en-US" sz="1800">
                <a:solidFill>
                  <a:srgbClr val="795E26"/>
                </a:solidFill>
                <a:latin typeface="Consolas" panose="020B0609020204030204" pitchFamily="49" charset="0"/>
              </a:rPr>
              <a:t>InsertNode</a:t>
            </a:r>
            <a:r>
              <a:rPr lang="en-US" sz="1800">
                <a:solidFill>
                  <a:srgbClr val="000000"/>
                </a:solidFill>
                <a:latin typeface="Consolas" panose="020B0609020204030204" pitchFamily="49" charset="0"/>
              </a:rPr>
              <a:t>(</a:t>
            </a:r>
            <a:r>
              <a:rPr lang="en-US" sz="1800">
                <a:solidFill>
                  <a:srgbClr val="001080"/>
                </a:solidFill>
                <a:latin typeface="Consolas" panose="020B0609020204030204" pitchFamily="49" charset="0"/>
              </a:rPr>
              <a:t>root</a:t>
            </a:r>
            <a:r>
              <a:rPr lang="en-US" sz="1800">
                <a:solidFill>
                  <a:srgbClr val="000000"/>
                </a:solidFill>
                <a:latin typeface="Consolas" panose="020B0609020204030204" pitchFamily="49" charset="0"/>
              </a:rPr>
              <a:t>-&gt;</a:t>
            </a:r>
            <a:r>
              <a:rPr lang="en-US" sz="1800">
                <a:solidFill>
                  <a:srgbClr val="001080"/>
                </a:solidFill>
                <a:latin typeface="Consolas" panose="020B0609020204030204" pitchFamily="49" charset="0"/>
              </a:rPr>
              <a:t>left</a:t>
            </a:r>
            <a:r>
              <a:rPr lang="en-US" sz="1800">
                <a:solidFill>
                  <a:srgbClr val="000000"/>
                </a:solidFill>
                <a:latin typeface="Consolas" panose="020B0609020204030204" pitchFamily="49" charset="0"/>
              </a:rPr>
              <a:t>, </a:t>
            </a:r>
            <a:r>
              <a:rPr lang="en-US" sz="1800">
                <a:solidFill>
                  <a:srgbClr val="001080"/>
                </a:solidFill>
                <a:latin typeface="Consolas" panose="020B0609020204030204" pitchFamily="49" charset="0"/>
              </a:rPr>
              <a:t>x</a:t>
            </a:r>
            <a:r>
              <a:rPr lang="en-US" sz="1800">
                <a:solidFill>
                  <a:srgbClr val="000000"/>
                </a:solidFill>
                <a:latin typeface="Consolas" panose="020B0609020204030204" pitchFamily="49" charset="0"/>
              </a:rPr>
              <a:t>);</a:t>
            </a:r>
          </a:p>
          <a:p>
            <a:r>
              <a:rPr lang="en-US" sz="1800">
                <a:solidFill>
                  <a:srgbClr val="000000"/>
                </a:solidFill>
                <a:latin typeface="Consolas" panose="020B0609020204030204" pitchFamily="49" charset="0"/>
              </a:rPr>
              <a:t>    }</a:t>
            </a:r>
          </a:p>
          <a:p>
            <a:r>
              <a:rPr lang="en-US" sz="1800">
                <a:solidFill>
                  <a:srgbClr val="000000"/>
                </a:solidFill>
                <a:latin typeface="Consolas" panose="020B0609020204030204" pitchFamily="49" charset="0"/>
              </a:rPr>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484A-778D-410A-8394-3B6A22E4A009}"/>
              </a:ext>
            </a:extLst>
          </p:cNvPr>
          <p:cNvSpPr>
            <a:spLocks noGrp="1"/>
          </p:cNvSpPr>
          <p:nvPr>
            <p:ph type="title"/>
          </p:nvPr>
        </p:nvSpPr>
        <p:spPr/>
        <p:txBody>
          <a:bodyPr/>
          <a:lstStyle/>
          <a:p>
            <a:r>
              <a:rPr lang="en-AU"/>
              <a:t>Tìm kiếm phần tử x = 20</a:t>
            </a:r>
            <a:endParaRPr lang="en-AU" dirty="0"/>
          </a:p>
        </p:txBody>
      </p:sp>
      <p:pic>
        <p:nvPicPr>
          <p:cNvPr id="101382" name="Picture 2">
            <a:extLst>
              <a:ext uri="{FF2B5EF4-FFF2-40B4-BE49-F238E27FC236}">
                <a16:creationId xmlns:a16="http://schemas.microsoft.com/office/drawing/2014/main" id="{F0480681-FA60-4FB6-8993-A90A037E09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0675" y="1563688"/>
            <a:ext cx="9010650" cy="506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Footer Placeholder 14">
            <a:extLst>
              <a:ext uri="{FF2B5EF4-FFF2-40B4-BE49-F238E27FC236}">
                <a16:creationId xmlns:a16="http://schemas.microsoft.com/office/drawing/2014/main" id="{DFBB2728-20D6-412A-B99C-7ABDC4533D15}"/>
              </a:ext>
            </a:extLst>
          </p:cNvPr>
          <p:cNvSpPr>
            <a:spLocks noGrp="1"/>
          </p:cNvSpPr>
          <p:nvPr>
            <p:ph type="ftr" sz="quarter" idx="11"/>
          </p:nvPr>
        </p:nvSpPr>
        <p:spPr/>
        <p:txBody>
          <a:bodyPr/>
          <a:lstStyle/>
          <a:p>
            <a:r>
              <a:rPr lang="en-US"/>
              <a:t>Cấu Trúc Dữ Liệu &amp; Giải Thuật (Data Structures &amp; Algorithms) - Cây (Tree)</a:t>
            </a:r>
          </a:p>
        </p:txBody>
      </p:sp>
      <p:sp>
        <p:nvSpPr>
          <p:cNvPr id="16" name="Slide Number Placeholder 15">
            <a:extLst>
              <a:ext uri="{FF2B5EF4-FFF2-40B4-BE49-F238E27FC236}">
                <a16:creationId xmlns:a16="http://schemas.microsoft.com/office/drawing/2014/main" id="{6699BD10-71B5-4A95-867C-572D107DAB48}"/>
              </a:ext>
            </a:extLst>
          </p:cNvPr>
          <p:cNvSpPr>
            <a:spLocks noGrp="1"/>
          </p:cNvSpPr>
          <p:nvPr>
            <p:ph type="sldNum" sz="quarter" idx="12"/>
          </p:nvPr>
        </p:nvSpPr>
        <p:spPr/>
        <p:txBody>
          <a:bodyPr/>
          <a:lstStyle/>
          <a:p>
            <a:fld id="{21782F98-F548-4E33-958E-D2A6C4BA8EFA}" type="slidenum">
              <a:rPr lang="en-US" smtClean="0"/>
              <a:t>9</a:t>
            </a:fld>
            <a:endParaRPr lang="en-US"/>
          </a:p>
        </p:txBody>
      </p:sp>
      <p:sp>
        <p:nvSpPr>
          <p:cNvPr id="17" name="Date Placeholder 16">
            <a:extLst>
              <a:ext uri="{FF2B5EF4-FFF2-40B4-BE49-F238E27FC236}">
                <a16:creationId xmlns:a16="http://schemas.microsoft.com/office/drawing/2014/main" id="{6E52E5AB-42F7-43E6-88CD-CD6DBCE0EE3C}"/>
              </a:ext>
            </a:extLst>
          </p:cNvPr>
          <p:cNvSpPr>
            <a:spLocks noGrp="1"/>
          </p:cNvSpPr>
          <p:nvPr>
            <p:ph type="dt" sz="half" idx="10"/>
          </p:nvPr>
        </p:nvSpPr>
        <p:spPr/>
        <p:txBody>
          <a:bodyPr/>
          <a:lstStyle/>
          <a:p>
            <a:fld id="{0B7C9E39-A1B7-40F2-B2B7-8B155D0EB203}" type="datetime1">
              <a:rPr lang="vi-VN" smtClean="0"/>
              <a:t>01/12/2024</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992FA-BD56-4004-B8F5-A88413AA3F8F}"/>
              </a:ext>
            </a:extLst>
          </p:cNvPr>
          <p:cNvSpPr>
            <a:spLocks noGrp="1"/>
          </p:cNvSpPr>
          <p:nvPr>
            <p:ph type="title"/>
          </p:nvPr>
        </p:nvSpPr>
        <p:spPr/>
        <p:txBody>
          <a:bodyPr/>
          <a:lstStyle/>
          <a:p>
            <a:r>
              <a:rPr lang="en-AU"/>
              <a:t>Tìm kiếm phần tử x = 46</a:t>
            </a:r>
            <a:endParaRPr lang="en-AU" dirty="0"/>
          </a:p>
        </p:txBody>
      </p:sp>
      <p:pic>
        <p:nvPicPr>
          <p:cNvPr id="103430" name="Picture 2">
            <a:extLst>
              <a:ext uri="{FF2B5EF4-FFF2-40B4-BE49-F238E27FC236}">
                <a16:creationId xmlns:a16="http://schemas.microsoft.com/office/drawing/2014/main" id="{304CFE08-C0D9-4682-86D3-EDB3E175A2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5437" y="1494100"/>
            <a:ext cx="9001125" cy="5014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Footer Placeholder 9">
            <a:extLst>
              <a:ext uri="{FF2B5EF4-FFF2-40B4-BE49-F238E27FC236}">
                <a16:creationId xmlns:a16="http://schemas.microsoft.com/office/drawing/2014/main" id="{3FD454E2-22B3-435A-9658-B8B75C07DAF6}"/>
              </a:ext>
            </a:extLst>
          </p:cNvPr>
          <p:cNvSpPr>
            <a:spLocks noGrp="1"/>
          </p:cNvSpPr>
          <p:nvPr>
            <p:ph type="ftr" sz="quarter" idx="11"/>
          </p:nvPr>
        </p:nvSpPr>
        <p:spPr/>
        <p:txBody>
          <a:bodyPr/>
          <a:lstStyle/>
          <a:p>
            <a:r>
              <a:rPr lang="en-US"/>
              <a:t>Cấu Trúc Dữ Liệu &amp; Giải Thuật (Data Structures &amp; Algorithms) - Cây (Tree)</a:t>
            </a:r>
          </a:p>
        </p:txBody>
      </p:sp>
      <p:sp>
        <p:nvSpPr>
          <p:cNvPr id="11" name="Slide Number Placeholder 10">
            <a:extLst>
              <a:ext uri="{FF2B5EF4-FFF2-40B4-BE49-F238E27FC236}">
                <a16:creationId xmlns:a16="http://schemas.microsoft.com/office/drawing/2014/main" id="{160C2CC3-2E58-42EA-BB66-83CFD5580FAE}"/>
              </a:ext>
            </a:extLst>
          </p:cNvPr>
          <p:cNvSpPr>
            <a:spLocks noGrp="1"/>
          </p:cNvSpPr>
          <p:nvPr>
            <p:ph type="sldNum" sz="quarter" idx="12"/>
          </p:nvPr>
        </p:nvSpPr>
        <p:spPr/>
        <p:txBody>
          <a:bodyPr/>
          <a:lstStyle/>
          <a:p>
            <a:fld id="{21782F98-F548-4E33-958E-D2A6C4BA8EFA}" type="slidenum">
              <a:rPr lang="en-US" smtClean="0"/>
              <a:t>10</a:t>
            </a:fld>
            <a:endParaRPr lang="en-US"/>
          </a:p>
        </p:txBody>
      </p:sp>
      <p:sp>
        <p:nvSpPr>
          <p:cNvPr id="12" name="Date Placeholder 11">
            <a:extLst>
              <a:ext uri="{FF2B5EF4-FFF2-40B4-BE49-F238E27FC236}">
                <a16:creationId xmlns:a16="http://schemas.microsoft.com/office/drawing/2014/main" id="{F05666E7-8BBD-46BE-965C-811BBD290FA0}"/>
              </a:ext>
            </a:extLst>
          </p:cNvPr>
          <p:cNvSpPr>
            <a:spLocks noGrp="1"/>
          </p:cNvSpPr>
          <p:nvPr>
            <p:ph type="dt" sz="half" idx="10"/>
          </p:nvPr>
        </p:nvSpPr>
        <p:spPr/>
        <p:txBody>
          <a:bodyPr/>
          <a:lstStyle/>
          <a:p>
            <a:fld id="{38A71D96-8137-4ED6-AAE3-2ADCCA486BA5}" type="datetime1">
              <a:rPr lang="vi-VN" smtClean="0"/>
              <a:t>01/12/2024</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A0B25-E00C-47DA-89D8-69FC8E4C97F3}"/>
              </a:ext>
            </a:extLst>
          </p:cNvPr>
          <p:cNvSpPr>
            <a:spLocks noGrp="1"/>
          </p:cNvSpPr>
          <p:nvPr>
            <p:ph type="title"/>
          </p:nvPr>
        </p:nvSpPr>
        <p:spPr/>
        <p:txBody>
          <a:bodyPr/>
          <a:lstStyle/>
          <a:p>
            <a:r>
              <a:rPr lang="en-AU"/>
              <a:t>Tìm kiếm phần tử x</a:t>
            </a:r>
            <a:endParaRPr lang="en-AU" dirty="0"/>
          </a:p>
        </p:txBody>
      </p:sp>
      <p:sp>
        <p:nvSpPr>
          <p:cNvPr id="105478" name="Content Placeholder 2">
            <a:extLst>
              <a:ext uri="{FF2B5EF4-FFF2-40B4-BE49-F238E27FC236}">
                <a16:creationId xmlns:a16="http://schemas.microsoft.com/office/drawing/2014/main" id="{44E7E1BC-BAA7-4A99-93A4-26A89156858C}"/>
              </a:ext>
            </a:extLst>
          </p:cNvPr>
          <p:cNvSpPr>
            <a:spLocks noGrp="1"/>
          </p:cNvSpPr>
          <p:nvPr>
            <p:ph idx="1"/>
          </p:nvPr>
        </p:nvSpPr>
        <p:spPr/>
        <p:txBody>
          <a:bodyPr/>
          <a:lstStyle/>
          <a:p>
            <a:r>
              <a:rPr lang="en-AU" altLang="en-US"/>
              <a:t>Nếu tìm thấy, trả về con trỏ trỏ đến phần tử x.</a:t>
            </a:r>
          </a:p>
          <a:p>
            <a:r>
              <a:rPr lang="en-AU" altLang="en-US"/>
              <a:t>Nếu không tìm thấy, trả về NULL.</a:t>
            </a:r>
          </a:p>
        </p:txBody>
      </p:sp>
      <p:sp>
        <p:nvSpPr>
          <p:cNvPr id="10" name="Rectangle 9">
            <a:extLst>
              <a:ext uri="{FF2B5EF4-FFF2-40B4-BE49-F238E27FC236}">
                <a16:creationId xmlns:a16="http://schemas.microsoft.com/office/drawing/2014/main" id="{18B33A92-D756-4E79-A5F6-454499651F9B}"/>
              </a:ext>
            </a:extLst>
          </p:cNvPr>
          <p:cNvSpPr/>
          <p:nvPr/>
        </p:nvSpPr>
        <p:spPr>
          <a:xfrm>
            <a:off x="1534933" y="2911812"/>
            <a:ext cx="9539467" cy="3046988"/>
          </a:xfrm>
          <a:prstGeom prst="rect">
            <a:avLst/>
          </a:prstGeom>
        </p:spPr>
        <p:txBody>
          <a:bodyPr wrap="square">
            <a:spAutoFit/>
          </a:bodyPr>
          <a:lstStyle/>
          <a:p>
            <a:r>
              <a:rPr lang="en-US">
                <a:solidFill>
                  <a:srgbClr val="267F99"/>
                </a:solidFill>
                <a:latin typeface="Consolas" panose="020B0609020204030204" pitchFamily="49" charset="0"/>
              </a:rPr>
              <a:t>BNODE</a:t>
            </a:r>
            <a:r>
              <a:rPr lang="en-US">
                <a:solidFill>
                  <a:srgbClr val="0000FF"/>
                </a:solidFill>
                <a:latin typeface="Consolas" panose="020B0609020204030204" pitchFamily="49" charset="0"/>
              </a:rPr>
              <a:t>*</a:t>
            </a:r>
            <a:r>
              <a:rPr lang="en-US">
                <a:solidFill>
                  <a:srgbClr val="000000"/>
                </a:solidFill>
                <a:latin typeface="Consolas" panose="020B0609020204030204" pitchFamily="49" charset="0"/>
              </a:rPr>
              <a:t> </a:t>
            </a:r>
            <a:r>
              <a:rPr lang="en-US">
                <a:solidFill>
                  <a:srgbClr val="795E26"/>
                </a:solidFill>
                <a:latin typeface="Consolas" panose="020B0609020204030204" pitchFamily="49" charset="0"/>
              </a:rPr>
              <a:t>SearchNode</a:t>
            </a:r>
            <a:r>
              <a:rPr lang="en-US">
                <a:solidFill>
                  <a:srgbClr val="000000"/>
                </a:solidFill>
                <a:latin typeface="Consolas" panose="020B0609020204030204" pitchFamily="49" charset="0"/>
              </a:rPr>
              <a:t>(</a:t>
            </a:r>
            <a:r>
              <a:rPr lang="en-US">
                <a:solidFill>
                  <a:srgbClr val="267F99"/>
                </a:solidFill>
                <a:latin typeface="Consolas" panose="020B0609020204030204" pitchFamily="49" charset="0"/>
              </a:rPr>
              <a:t>BNODE</a:t>
            </a:r>
            <a:r>
              <a:rPr lang="en-US">
                <a:solidFill>
                  <a:srgbClr val="0000FF"/>
                </a:solidFill>
                <a:latin typeface="Consolas" panose="020B0609020204030204" pitchFamily="49" charset="0"/>
              </a:rPr>
              <a:t>*</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p</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int</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x</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if</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p</a:t>
            </a:r>
            <a:r>
              <a:rPr lang="en-US">
                <a:solidFill>
                  <a:srgbClr val="000000"/>
                </a:solidFill>
                <a:latin typeface="Consolas" panose="020B0609020204030204" pitchFamily="49" charset="0"/>
              </a:rPr>
              <a:t> == </a:t>
            </a:r>
            <a:r>
              <a:rPr lang="en-US">
                <a:solidFill>
                  <a:srgbClr val="0000FF"/>
                </a:solidFill>
                <a:latin typeface="Consolas" panose="020B0609020204030204" pitchFamily="49" charset="0"/>
              </a:rPr>
              <a:t>NULL</a:t>
            </a:r>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NULL</a:t>
            </a:r>
            <a:r>
              <a:rPr lang="en-US">
                <a:solidFill>
                  <a:srgbClr val="000000"/>
                </a:solidFill>
                <a:latin typeface="Consolas" panose="020B0609020204030204" pitchFamily="49" charset="0"/>
              </a:rPr>
              <a:t>;</a:t>
            </a:r>
            <a:r>
              <a:rPr lang="en-US">
                <a:solidFill>
                  <a:srgbClr val="008000"/>
                </a:solidFill>
                <a:latin typeface="Consolas" panose="020B0609020204030204" pitchFamily="49" charset="0"/>
              </a:rPr>
              <a:t> // not found</a:t>
            </a:r>
            <a:endParaRPr lang="en-US">
              <a:solidFill>
                <a:srgbClr val="000000"/>
              </a:solidFill>
              <a:latin typeface="Consolas" panose="020B0609020204030204" pitchFamily="49" charset="0"/>
            </a:endParaRP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if</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p</a:t>
            </a:r>
            <a:r>
              <a:rPr lang="en-US">
                <a:solidFill>
                  <a:srgbClr val="000000"/>
                </a:solidFill>
                <a:latin typeface="Consolas" panose="020B0609020204030204" pitchFamily="49" charset="0"/>
              </a:rPr>
              <a:t>-&gt;</a:t>
            </a:r>
            <a:r>
              <a:rPr lang="en-US">
                <a:solidFill>
                  <a:srgbClr val="001080"/>
                </a:solidFill>
                <a:latin typeface="Consolas" panose="020B0609020204030204" pitchFamily="49" charset="0"/>
              </a:rPr>
              <a:t>info</a:t>
            </a:r>
            <a:r>
              <a:rPr lang="en-US">
                <a:solidFill>
                  <a:srgbClr val="000000"/>
                </a:solidFill>
                <a:latin typeface="Consolas" panose="020B0609020204030204" pitchFamily="49" charset="0"/>
              </a:rPr>
              <a:t> == </a:t>
            </a:r>
            <a:r>
              <a:rPr lang="en-US">
                <a:solidFill>
                  <a:srgbClr val="001080"/>
                </a:solidFill>
                <a:latin typeface="Consolas" panose="020B0609020204030204" pitchFamily="49" charset="0"/>
              </a:rPr>
              <a:t>x</a:t>
            </a:r>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p</a:t>
            </a:r>
            <a:r>
              <a:rPr lang="en-US">
                <a:solidFill>
                  <a:srgbClr val="000000"/>
                </a:solidFill>
                <a:latin typeface="Consolas" panose="020B0609020204030204" pitchFamily="49" charset="0"/>
              </a:rPr>
              <a:t>;</a:t>
            </a:r>
            <a:r>
              <a:rPr lang="en-US">
                <a:solidFill>
                  <a:srgbClr val="008000"/>
                </a:solidFill>
                <a:latin typeface="Consolas" panose="020B0609020204030204" pitchFamily="49" charset="0"/>
              </a:rPr>
              <a:t> // found</a:t>
            </a:r>
            <a:endParaRPr lang="en-US">
              <a:solidFill>
                <a:srgbClr val="000000"/>
              </a:solidFill>
              <a:latin typeface="Consolas" panose="020B0609020204030204" pitchFamily="49" charset="0"/>
            </a:endParaRPr>
          </a:p>
          <a:p>
            <a:r>
              <a:rPr lang="en-US">
                <a:solidFill>
                  <a:srgbClr val="008000"/>
                </a:solidFill>
                <a:latin typeface="Consolas" panose="020B0609020204030204" pitchFamily="49" charset="0"/>
              </a:rPr>
              <a:t>     // search with LEFT-branch</a:t>
            </a:r>
            <a:endParaRPr lang="en-US">
              <a:solidFill>
                <a:srgbClr val="000000"/>
              </a:solidFill>
              <a:latin typeface="Consolas" panose="020B0609020204030204" pitchFamily="49" charset="0"/>
            </a:endParaRP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if</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p</a:t>
            </a:r>
            <a:r>
              <a:rPr lang="en-US">
                <a:solidFill>
                  <a:srgbClr val="000000"/>
                </a:solidFill>
                <a:latin typeface="Consolas" panose="020B0609020204030204" pitchFamily="49" charset="0"/>
              </a:rPr>
              <a:t>-&gt;</a:t>
            </a:r>
            <a:r>
              <a:rPr lang="en-US">
                <a:solidFill>
                  <a:srgbClr val="001080"/>
                </a:solidFill>
                <a:latin typeface="Consolas" panose="020B0609020204030204" pitchFamily="49" charset="0"/>
              </a:rPr>
              <a:t>info</a:t>
            </a:r>
            <a:r>
              <a:rPr lang="en-US">
                <a:solidFill>
                  <a:srgbClr val="000000"/>
                </a:solidFill>
                <a:latin typeface="Consolas" panose="020B0609020204030204" pitchFamily="49" charset="0"/>
              </a:rPr>
              <a:t> &gt; </a:t>
            </a:r>
            <a:r>
              <a:rPr lang="en-US">
                <a:solidFill>
                  <a:srgbClr val="001080"/>
                </a:solidFill>
                <a:latin typeface="Consolas" panose="020B0609020204030204" pitchFamily="49" charset="0"/>
              </a:rPr>
              <a:t>x</a:t>
            </a:r>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795E26"/>
                </a:solidFill>
                <a:latin typeface="Consolas" panose="020B0609020204030204" pitchFamily="49" charset="0"/>
              </a:rPr>
              <a:t>SearchNode</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p</a:t>
            </a:r>
            <a:r>
              <a:rPr lang="en-US">
                <a:solidFill>
                  <a:srgbClr val="000000"/>
                </a:solidFill>
                <a:latin typeface="Consolas" panose="020B0609020204030204" pitchFamily="49" charset="0"/>
              </a:rPr>
              <a:t>-&gt;</a:t>
            </a:r>
            <a:r>
              <a:rPr lang="en-US">
                <a:solidFill>
                  <a:srgbClr val="001080"/>
                </a:solidFill>
                <a:latin typeface="Consolas" panose="020B0609020204030204" pitchFamily="49" charset="0"/>
              </a:rPr>
              <a:t>left</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x</a:t>
            </a:r>
            <a:r>
              <a:rPr lang="en-US">
                <a:solidFill>
                  <a:srgbClr val="000000"/>
                </a:solidFill>
                <a:latin typeface="Consolas" panose="020B0609020204030204" pitchFamily="49" charset="0"/>
              </a:rPr>
              <a:t>);</a:t>
            </a:r>
          </a:p>
          <a:p>
            <a:r>
              <a:rPr lang="en-US">
                <a:solidFill>
                  <a:srgbClr val="008000"/>
                </a:solidFill>
                <a:latin typeface="Consolas" panose="020B0609020204030204" pitchFamily="49" charset="0"/>
              </a:rPr>
              <a:t>     // search with RIGHT-branch</a:t>
            </a:r>
            <a:endParaRPr lang="en-US">
              <a:solidFill>
                <a:srgbClr val="000000"/>
              </a:solidFill>
              <a:latin typeface="Consolas" panose="020B0609020204030204" pitchFamily="49" charset="0"/>
            </a:endParaRP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if</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p</a:t>
            </a:r>
            <a:r>
              <a:rPr lang="en-US">
                <a:solidFill>
                  <a:srgbClr val="000000"/>
                </a:solidFill>
                <a:latin typeface="Consolas" panose="020B0609020204030204" pitchFamily="49" charset="0"/>
              </a:rPr>
              <a:t>-&gt;</a:t>
            </a:r>
            <a:r>
              <a:rPr lang="en-US">
                <a:solidFill>
                  <a:srgbClr val="001080"/>
                </a:solidFill>
                <a:latin typeface="Consolas" panose="020B0609020204030204" pitchFamily="49" charset="0"/>
              </a:rPr>
              <a:t>info</a:t>
            </a:r>
            <a:r>
              <a:rPr lang="en-US">
                <a:solidFill>
                  <a:srgbClr val="000000"/>
                </a:solidFill>
                <a:latin typeface="Consolas" panose="020B0609020204030204" pitchFamily="49" charset="0"/>
              </a:rPr>
              <a:t> &lt; </a:t>
            </a:r>
            <a:r>
              <a:rPr lang="en-US">
                <a:solidFill>
                  <a:srgbClr val="001080"/>
                </a:solidFill>
                <a:latin typeface="Consolas" panose="020B0609020204030204" pitchFamily="49" charset="0"/>
              </a:rPr>
              <a:t>x</a:t>
            </a:r>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795E26"/>
                </a:solidFill>
                <a:latin typeface="Consolas" panose="020B0609020204030204" pitchFamily="49" charset="0"/>
              </a:rPr>
              <a:t>SearchNode</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p</a:t>
            </a:r>
            <a:r>
              <a:rPr lang="en-US">
                <a:solidFill>
                  <a:srgbClr val="000000"/>
                </a:solidFill>
                <a:latin typeface="Consolas" panose="020B0609020204030204" pitchFamily="49" charset="0"/>
              </a:rPr>
              <a:t>-&gt;</a:t>
            </a:r>
            <a:r>
              <a:rPr lang="en-US">
                <a:solidFill>
                  <a:srgbClr val="001080"/>
                </a:solidFill>
                <a:latin typeface="Consolas" panose="020B0609020204030204" pitchFamily="49" charset="0"/>
              </a:rPr>
              <a:t>right</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x</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a:t>
            </a:r>
          </a:p>
        </p:txBody>
      </p:sp>
      <p:sp>
        <p:nvSpPr>
          <p:cNvPr id="11" name="Footer Placeholder 10">
            <a:extLst>
              <a:ext uri="{FF2B5EF4-FFF2-40B4-BE49-F238E27FC236}">
                <a16:creationId xmlns:a16="http://schemas.microsoft.com/office/drawing/2014/main" id="{8530D11C-22CC-4A87-A4DF-974214D196C5}"/>
              </a:ext>
            </a:extLst>
          </p:cNvPr>
          <p:cNvSpPr>
            <a:spLocks noGrp="1"/>
          </p:cNvSpPr>
          <p:nvPr>
            <p:ph type="ftr" sz="quarter" idx="11"/>
          </p:nvPr>
        </p:nvSpPr>
        <p:spPr/>
        <p:txBody>
          <a:bodyPr/>
          <a:lstStyle/>
          <a:p>
            <a:r>
              <a:rPr lang="en-US"/>
              <a:t>Cấu Trúc Dữ Liệu &amp; Giải Thuật (Data Structures &amp; Algorithms) - Cây (Tree)</a:t>
            </a:r>
          </a:p>
        </p:txBody>
      </p:sp>
      <p:sp>
        <p:nvSpPr>
          <p:cNvPr id="12" name="Slide Number Placeholder 11">
            <a:extLst>
              <a:ext uri="{FF2B5EF4-FFF2-40B4-BE49-F238E27FC236}">
                <a16:creationId xmlns:a16="http://schemas.microsoft.com/office/drawing/2014/main" id="{15888A4D-A4E8-4D12-B788-8DFED7581682}"/>
              </a:ext>
            </a:extLst>
          </p:cNvPr>
          <p:cNvSpPr>
            <a:spLocks noGrp="1"/>
          </p:cNvSpPr>
          <p:nvPr>
            <p:ph type="sldNum" sz="quarter" idx="12"/>
          </p:nvPr>
        </p:nvSpPr>
        <p:spPr/>
        <p:txBody>
          <a:bodyPr/>
          <a:lstStyle/>
          <a:p>
            <a:fld id="{21782F98-F548-4E33-958E-D2A6C4BA8EFA}" type="slidenum">
              <a:rPr lang="en-US" smtClean="0"/>
              <a:t>11</a:t>
            </a:fld>
            <a:endParaRPr lang="en-US"/>
          </a:p>
        </p:txBody>
      </p:sp>
      <p:sp>
        <p:nvSpPr>
          <p:cNvPr id="13" name="Date Placeholder 12">
            <a:extLst>
              <a:ext uri="{FF2B5EF4-FFF2-40B4-BE49-F238E27FC236}">
                <a16:creationId xmlns:a16="http://schemas.microsoft.com/office/drawing/2014/main" id="{B12D6DD8-3A85-4915-A7A1-BBEA0AB3F595}"/>
              </a:ext>
            </a:extLst>
          </p:cNvPr>
          <p:cNvSpPr>
            <a:spLocks noGrp="1"/>
          </p:cNvSpPr>
          <p:nvPr>
            <p:ph type="dt" sz="half" idx="10"/>
          </p:nvPr>
        </p:nvSpPr>
        <p:spPr/>
        <p:txBody>
          <a:bodyPr/>
          <a:lstStyle/>
          <a:p>
            <a:fld id="{AC93E6C0-252C-4A77-B91C-0C9E72ABB7FB}" type="datetime1">
              <a:rPr lang="vi-VN" smtClean="0"/>
              <a:t>01/12/2024</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1773D-D216-405B-B2E8-5830DA28C97D}"/>
              </a:ext>
            </a:extLst>
          </p:cNvPr>
          <p:cNvSpPr>
            <a:spLocks noGrp="1"/>
          </p:cNvSpPr>
          <p:nvPr>
            <p:ph type="title"/>
          </p:nvPr>
        </p:nvSpPr>
        <p:spPr/>
        <p:txBody>
          <a:bodyPr/>
          <a:lstStyle/>
          <a:p>
            <a:r>
              <a:rPr lang="en-AU"/>
              <a:t>Tìm giá trị nhỏ/lớn nhất</a:t>
            </a:r>
            <a:endParaRPr lang="en-AU" dirty="0"/>
          </a:p>
        </p:txBody>
      </p:sp>
      <p:sp>
        <p:nvSpPr>
          <p:cNvPr id="107526" name="Content Placeholder 2">
            <a:extLst>
              <a:ext uri="{FF2B5EF4-FFF2-40B4-BE49-F238E27FC236}">
                <a16:creationId xmlns:a16="http://schemas.microsoft.com/office/drawing/2014/main" id="{F5690B3F-9721-4B82-B62F-D51E8C34CBFA}"/>
              </a:ext>
            </a:extLst>
          </p:cNvPr>
          <p:cNvSpPr>
            <a:spLocks noGrp="1"/>
          </p:cNvSpPr>
          <p:nvPr>
            <p:ph idx="1"/>
          </p:nvPr>
        </p:nvSpPr>
        <p:spPr/>
        <p:txBody>
          <a:bodyPr/>
          <a:lstStyle/>
          <a:p>
            <a:r>
              <a:rPr lang="en-AU" altLang="en-US"/>
              <a:t>Giá trị nhỏ nhất là nút tận cùng bên trái.</a:t>
            </a:r>
          </a:p>
          <a:p>
            <a:r>
              <a:rPr lang="en-AU" altLang="en-US"/>
              <a:t>Giá trị lớn nhất là nút tận cùng bên phải.</a:t>
            </a:r>
          </a:p>
        </p:txBody>
      </p:sp>
      <p:sp>
        <p:nvSpPr>
          <p:cNvPr id="10" name="Rectangle 9">
            <a:extLst>
              <a:ext uri="{FF2B5EF4-FFF2-40B4-BE49-F238E27FC236}">
                <a16:creationId xmlns:a16="http://schemas.microsoft.com/office/drawing/2014/main" id="{9005281A-E2A7-4DC8-B072-019C958B8595}"/>
              </a:ext>
            </a:extLst>
          </p:cNvPr>
          <p:cNvSpPr/>
          <p:nvPr/>
        </p:nvSpPr>
        <p:spPr>
          <a:xfrm>
            <a:off x="1531716" y="2755880"/>
            <a:ext cx="8176871" cy="3416320"/>
          </a:xfrm>
          <a:prstGeom prst="rect">
            <a:avLst/>
          </a:prstGeom>
        </p:spPr>
        <p:txBody>
          <a:bodyPr wrap="square">
            <a:spAutoFit/>
          </a:bodyPr>
          <a:lstStyle/>
          <a:p>
            <a:r>
              <a:rPr lang="en-US">
                <a:solidFill>
                  <a:srgbClr val="0000FF"/>
                </a:solidFill>
                <a:latin typeface="Consolas" panose="020B0609020204030204" pitchFamily="49" charset="0"/>
              </a:rPr>
              <a:t>int</a:t>
            </a:r>
            <a:r>
              <a:rPr lang="en-US">
                <a:solidFill>
                  <a:srgbClr val="000000"/>
                </a:solidFill>
                <a:latin typeface="Consolas" panose="020B0609020204030204" pitchFamily="49" charset="0"/>
              </a:rPr>
              <a:t> </a:t>
            </a:r>
            <a:r>
              <a:rPr lang="en-US">
                <a:solidFill>
                  <a:srgbClr val="795E26"/>
                </a:solidFill>
                <a:latin typeface="Consolas" panose="020B0609020204030204" pitchFamily="49" charset="0"/>
              </a:rPr>
              <a:t>GetMinValue</a:t>
            </a:r>
            <a:r>
              <a:rPr lang="en-US">
                <a:solidFill>
                  <a:srgbClr val="000000"/>
                </a:solidFill>
                <a:latin typeface="Consolas" panose="020B0609020204030204" pitchFamily="49" charset="0"/>
              </a:rPr>
              <a:t>(</a:t>
            </a:r>
            <a:r>
              <a:rPr lang="en-US">
                <a:solidFill>
                  <a:srgbClr val="267F99"/>
                </a:solidFill>
                <a:latin typeface="Consolas" panose="020B0609020204030204" pitchFamily="49" charset="0"/>
              </a:rPr>
              <a:t>BNODE</a:t>
            </a:r>
            <a:r>
              <a:rPr lang="en-US">
                <a:solidFill>
                  <a:srgbClr val="0000FF"/>
                </a:solidFill>
                <a:latin typeface="Consolas" panose="020B0609020204030204" pitchFamily="49" charset="0"/>
              </a:rPr>
              <a:t>*</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p</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if</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p</a:t>
            </a:r>
            <a:r>
              <a:rPr lang="en-US">
                <a:solidFill>
                  <a:srgbClr val="000000"/>
                </a:solidFill>
                <a:latin typeface="Consolas" panose="020B0609020204030204" pitchFamily="49" charset="0"/>
              </a:rPr>
              <a:t>-&gt;</a:t>
            </a:r>
            <a:r>
              <a:rPr lang="en-US">
                <a:solidFill>
                  <a:srgbClr val="001080"/>
                </a:solidFill>
                <a:latin typeface="Consolas" panose="020B0609020204030204" pitchFamily="49" charset="0"/>
              </a:rPr>
              <a:t>left</a:t>
            </a:r>
            <a:r>
              <a:rPr lang="en-US">
                <a:solidFill>
                  <a:srgbClr val="000000"/>
                </a:solidFill>
                <a:latin typeface="Consolas" panose="020B0609020204030204" pitchFamily="49" charset="0"/>
              </a:rPr>
              <a:t> == </a:t>
            </a:r>
            <a:r>
              <a:rPr lang="en-US">
                <a:solidFill>
                  <a:srgbClr val="0000FF"/>
                </a:solidFill>
                <a:latin typeface="Consolas" panose="020B0609020204030204" pitchFamily="49" charset="0"/>
              </a:rPr>
              <a:t>NULL</a:t>
            </a:r>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p</a:t>
            </a:r>
            <a:r>
              <a:rPr lang="en-US">
                <a:solidFill>
                  <a:srgbClr val="000000"/>
                </a:solidFill>
                <a:latin typeface="Consolas" panose="020B0609020204030204" pitchFamily="49" charset="0"/>
              </a:rPr>
              <a:t>-&gt;</a:t>
            </a:r>
            <a:r>
              <a:rPr lang="en-US">
                <a:solidFill>
                  <a:srgbClr val="001080"/>
                </a:solidFill>
                <a:latin typeface="Consolas" panose="020B0609020204030204" pitchFamily="49" charset="0"/>
              </a:rPr>
              <a:t>info</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795E26"/>
                </a:solidFill>
                <a:latin typeface="Consolas" panose="020B0609020204030204" pitchFamily="49" charset="0"/>
              </a:rPr>
              <a:t>GetMinValue</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p</a:t>
            </a:r>
            <a:r>
              <a:rPr lang="en-US">
                <a:solidFill>
                  <a:srgbClr val="000000"/>
                </a:solidFill>
                <a:latin typeface="Consolas" panose="020B0609020204030204" pitchFamily="49" charset="0"/>
              </a:rPr>
              <a:t>-&gt;</a:t>
            </a:r>
            <a:r>
              <a:rPr lang="en-US">
                <a:solidFill>
                  <a:srgbClr val="001080"/>
                </a:solidFill>
                <a:latin typeface="Consolas" panose="020B0609020204030204" pitchFamily="49" charset="0"/>
              </a:rPr>
              <a:t>left</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a:t>
            </a:r>
          </a:p>
          <a:p>
            <a:br>
              <a:rPr lang="en-US">
                <a:solidFill>
                  <a:srgbClr val="000000"/>
                </a:solidFill>
                <a:latin typeface="Consolas" panose="020B0609020204030204" pitchFamily="49" charset="0"/>
              </a:rPr>
            </a:br>
            <a:r>
              <a:rPr lang="en-US">
                <a:solidFill>
                  <a:srgbClr val="0000FF"/>
                </a:solidFill>
                <a:latin typeface="Consolas" panose="020B0609020204030204" pitchFamily="49" charset="0"/>
              </a:rPr>
              <a:t>int</a:t>
            </a:r>
            <a:r>
              <a:rPr lang="en-US">
                <a:solidFill>
                  <a:srgbClr val="000000"/>
                </a:solidFill>
                <a:latin typeface="Consolas" panose="020B0609020204030204" pitchFamily="49" charset="0"/>
              </a:rPr>
              <a:t> </a:t>
            </a:r>
            <a:r>
              <a:rPr lang="en-US">
                <a:solidFill>
                  <a:srgbClr val="795E26"/>
                </a:solidFill>
                <a:latin typeface="Consolas" panose="020B0609020204030204" pitchFamily="49" charset="0"/>
              </a:rPr>
              <a:t>GetMaxValue</a:t>
            </a:r>
            <a:r>
              <a:rPr lang="en-US">
                <a:solidFill>
                  <a:srgbClr val="000000"/>
                </a:solidFill>
                <a:latin typeface="Consolas" panose="020B0609020204030204" pitchFamily="49" charset="0"/>
              </a:rPr>
              <a:t>(</a:t>
            </a:r>
            <a:r>
              <a:rPr lang="en-US">
                <a:solidFill>
                  <a:srgbClr val="267F99"/>
                </a:solidFill>
                <a:latin typeface="Consolas" panose="020B0609020204030204" pitchFamily="49" charset="0"/>
              </a:rPr>
              <a:t>BNODE</a:t>
            </a:r>
            <a:r>
              <a:rPr lang="en-US">
                <a:solidFill>
                  <a:srgbClr val="0000FF"/>
                </a:solidFill>
                <a:latin typeface="Consolas" panose="020B0609020204030204" pitchFamily="49" charset="0"/>
              </a:rPr>
              <a:t>*</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p</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if</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p</a:t>
            </a:r>
            <a:r>
              <a:rPr lang="en-US">
                <a:solidFill>
                  <a:srgbClr val="000000"/>
                </a:solidFill>
                <a:latin typeface="Consolas" panose="020B0609020204030204" pitchFamily="49" charset="0"/>
              </a:rPr>
              <a:t>-&gt;</a:t>
            </a:r>
            <a:r>
              <a:rPr lang="en-US">
                <a:solidFill>
                  <a:srgbClr val="001080"/>
                </a:solidFill>
                <a:latin typeface="Consolas" panose="020B0609020204030204" pitchFamily="49" charset="0"/>
              </a:rPr>
              <a:t>right</a:t>
            </a:r>
            <a:r>
              <a:rPr lang="en-US">
                <a:solidFill>
                  <a:srgbClr val="000000"/>
                </a:solidFill>
                <a:latin typeface="Consolas" panose="020B0609020204030204" pitchFamily="49" charset="0"/>
              </a:rPr>
              <a:t> == </a:t>
            </a:r>
            <a:r>
              <a:rPr lang="en-US">
                <a:solidFill>
                  <a:srgbClr val="0000FF"/>
                </a:solidFill>
                <a:latin typeface="Consolas" panose="020B0609020204030204" pitchFamily="49" charset="0"/>
              </a:rPr>
              <a:t>NULL</a:t>
            </a:r>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p</a:t>
            </a:r>
            <a:r>
              <a:rPr lang="en-US">
                <a:solidFill>
                  <a:srgbClr val="000000"/>
                </a:solidFill>
                <a:latin typeface="Consolas" panose="020B0609020204030204" pitchFamily="49" charset="0"/>
              </a:rPr>
              <a:t>-&gt;</a:t>
            </a:r>
            <a:r>
              <a:rPr lang="en-US">
                <a:solidFill>
                  <a:srgbClr val="001080"/>
                </a:solidFill>
                <a:latin typeface="Consolas" panose="020B0609020204030204" pitchFamily="49" charset="0"/>
              </a:rPr>
              <a:t>info</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return</a:t>
            </a:r>
            <a:r>
              <a:rPr lang="en-US">
                <a:solidFill>
                  <a:srgbClr val="000000"/>
                </a:solidFill>
                <a:latin typeface="Consolas" panose="020B0609020204030204" pitchFamily="49" charset="0"/>
              </a:rPr>
              <a:t> </a:t>
            </a:r>
            <a:r>
              <a:rPr lang="en-US">
                <a:solidFill>
                  <a:srgbClr val="795E26"/>
                </a:solidFill>
                <a:latin typeface="Consolas" panose="020B0609020204030204" pitchFamily="49" charset="0"/>
              </a:rPr>
              <a:t>GetMaxValue</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p</a:t>
            </a:r>
            <a:r>
              <a:rPr lang="en-US">
                <a:solidFill>
                  <a:srgbClr val="000000"/>
                </a:solidFill>
                <a:latin typeface="Consolas" panose="020B0609020204030204" pitchFamily="49" charset="0"/>
              </a:rPr>
              <a:t>-&gt;</a:t>
            </a:r>
            <a:r>
              <a:rPr lang="en-US">
                <a:solidFill>
                  <a:srgbClr val="001080"/>
                </a:solidFill>
                <a:latin typeface="Consolas" panose="020B0609020204030204" pitchFamily="49" charset="0"/>
              </a:rPr>
              <a:t>right</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a:t>
            </a:r>
          </a:p>
        </p:txBody>
      </p:sp>
      <p:sp>
        <p:nvSpPr>
          <p:cNvPr id="11" name="Footer Placeholder 10">
            <a:extLst>
              <a:ext uri="{FF2B5EF4-FFF2-40B4-BE49-F238E27FC236}">
                <a16:creationId xmlns:a16="http://schemas.microsoft.com/office/drawing/2014/main" id="{77FB7B95-F78E-40D9-B5F4-3A58FB5B8621}"/>
              </a:ext>
            </a:extLst>
          </p:cNvPr>
          <p:cNvSpPr>
            <a:spLocks noGrp="1"/>
          </p:cNvSpPr>
          <p:nvPr>
            <p:ph type="ftr" sz="quarter" idx="11"/>
          </p:nvPr>
        </p:nvSpPr>
        <p:spPr/>
        <p:txBody>
          <a:bodyPr/>
          <a:lstStyle/>
          <a:p>
            <a:r>
              <a:rPr lang="en-US"/>
              <a:t>Cấu Trúc Dữ Liệu &amp; Giải Thuật (Data Structures &amp; Algorithms) - Cây (Tree)</a:t>
            </a:r>
          </a:p>
        </p:txBody>
      </p:sp>
      <p:sp>
        <p:nvSpPr>
          <p:cNvPr id="12" name="Slide Number Placeholder 11">
            <a:extLst>
              <a:ext uri="{FF2B5EF4-FFF2-40B4-BE49-F238E27FC236}">
                <a16:creationId xmlns:a16="http://schemas.microsoft.com/office/drawing/2014/main" id="{961FC7C8-C272-4FDD-B7D1-672909A63227}"/>
              </a:ext>
            </a:extLst>
          </p:cNvPr>
          <p:cNvSpPr>
            <a:spLocks noGrp="1"/>
          </p:cNvSpPr>
          <p:nvPr>
            <p:ph type="sldNum" sz="quarter" idx="12"/>
          </p:nvPr>
        </p:nvSpPr>
        <p:spPr/>
        <p:txBody>
          <a:bodyPr/>
          <a:lstStyle/>
          <a:p>
            <a:fld id="{21782F98-F548-4E33-958E-D2A6C4BA8EFA}" type="slidenum">
              <a:rPr lang="en-US" smtClean="0"/>
              <a:t>12</a:t>
            </a:fld>
            <a:endParaRPr lang="en-US"/>
          </a:p>
        </p:txBody>
      </p:sp>
      <p:sp>
        <p:nvSpPr>
          <p:cNvPr id="13" name="Date Placeholder 12">
            <a:extLst>
              <a:ext uri="{FF2B5EF4-FFF2-40B4-BE49-F238E27FC236}">
                <a16:creationId xmlns:a16="http://schemas.microsoft.com/office/drawing/2014/main" id="{4CFBBCCD-8D0E-4FCB-9AEF-BA2B30095D73}"/>
              </a:ext>
            </a:extLst>
          </p:cNvPr>
          <p:cNvSpPr>
            <a:spLocks noGrp="1"/>
          </p:cNvSpPr>
          <p:nvPr>
            <p:ph type="dt" sz="half" idx="10"/>
          </p:nvPr>
        </p:nvSpPr>
        <p:spPr/>
        <p:txBody>
          <a:bodyPr/>
          <a:lstStyle/>
          <a:p>
            <a:fld id="{0BCB7635-58B0-4810-B2FC-2B85D03CF188}" type="datetime1">
              <a:rPr lang="vi-VN" smtClean="0"/>
              <a:t>01/12/2024</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70698-2A70-4C02-BD7A-9F5D853D4885}"/>
              </a:ext>
            </a:extLst>
          </p:cNvPr>
          <p:cNvSpPr>
            <a:spLocks noGrp="1"/>
          </p:cNvSpPr>
          <p:nvPr>
            <p:ph type="title"/>
          </p:nvPr>
        </p:nvSpPr>
        <p:spPr/>
        <p:txBody>
          <a:bodyPr/>
          <a:lstStyle/>
          <a:p>
            <a:r>
              <a:rPr lang="en-AU"/>
              <a:t>Thêm phần tử 22 vào cây</a:t>
            </a:r>
            <a:endParaRPr lang="en-AU" dirty="0"/>
          </a:p>
        </p:txBody>
      </p:sp>
      <p:sp>
        <p:nvSpPr>
          <p:cNvPr id="109575" name="Content Placeholder 2">
            <a:extLst>
              <a:ext uri="{FF2B5EF4-FFF2-40B4-BE49-F238E27FC236}">
                <a16:creationId xmlns:a16="http://schemas.microsoft.com/office/drawing/2014/main" id="{B282D33C-58D3-4302-8642-9630B504C7F0}"/>
              </a:ext>
            </a:extLst>
          </p:cNvPr>
          <p:cNvSpPr>
            <a:spLocks noGrp="1"/>
          </p:cNvSpPr>
          <p:nvPr>
            <p:ph idx="4294967295"/>
          </p:nvPr>
        </p:nvSpPr>
        <p:spPr>
          <a:xfrm>
            <a:off x="1524000" y="1600200"/>
            <a:ext cx="10668000" cy="4572000"/>
          </a:xfrm>
        </p:spPr>
        <p:txBody>
          <a:bodyPr/>
          <a:lstStyle/>
          <a:p>
            <a:r>
              <a:rPr lang="en-AU" altLang="en-US"/>
              <a:t>Thêm phần tử 22</a:t>
            </a:r>
          </a:p>
        </p:txBody>
      </p:sp>
      <p:pic>
        <p:nvPicPr>
          <p:cNvPr id="109574" name="Picture 2">
            <a:extLst>
              <a:ext uri="{FF2B5EF4-FFF2-40B4-BE49-F238E27FC236}">
                <a16:creationId xmlns:a16="http://schemas.microsoft.com/office/drawing/2014/main" id="{FD9713B2-A3BB-425A-BD61-E7B60AF02A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585913"/>
            <a:ext cx="9010650" cy="472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Footer Placeholder 9">
            <a:extLst>
              <a:ext uri="{FF2B5EF4-FFF2-40B4-BE49-F238E27FC236}">
                <a16:creationId xmlns:a16="http://schemas.microsoft.com/office/drawing/2014/main" id="{D374FF19-D052-41D7-A219-63507C913B80}"/>
              </a:ext>
            </a:extLst>
          </p:cNvPr>
          <p:cNvSpPr>
            <a:spLocks noGrp="1"/>
          </p:cNvSpPr>
          <p:nvPr>
            <p:ph type="ftr" sz="quarter" idx="11"/>
          </p:nvPr>
        </p:nvSpPr>
        <p:spPr/>
        <p:txBody>
          <a:bodyPr/>
          <a:lstStyle/>
          <a:p>
            <a:r>
              <a:rPr lang="en-US"/>
              <a:t>Cấu Trúc Dữ Liệu &amp; Giải Thuật (Data Structures &amp; Algorithms) - Cây (Tree)</a:t>
            </a:r>
          </a:p>
        </p:txBody>
      </p:sp>
      <p:sp>
        <p:nvSpPr>
          <p:cNvPr id="11" name="Slide Number Placeholder 10">
            <a:extLst>
              <a:ext uri="{FF2B5EF4-FFF2-40B4-BE49-F238E27FC236}">
                <a16:creationId xmlns:a16="http://schemas.microsoft.com/office/drawing/2014/main" id="{42354069-258B-4EA4-A8D9-60050FE6977E}"/>
              </a:ext>
            </a:extLst>
          </p:cNvPr>
          <p:cNvSpPr>
            <a:spLocks noGrp="1"/>
          </p:cNvSpPr>
          <p:nvPr>
            <p:ph type="sldNum" sz="quarter" idx="12"/>
          </p:nvPr>
        </p:nvSpPr>
        <p:spPr/>
        <p:txBody>
          <a:bodyPr/>
          <a:lstStyle/>
          <a:p>
            <a:fld id="{21782F98-F548-4E33-958E-D2A6C4BA8EFA}" type="slidenum">
              <a:rPr lang="en-US" smtClean="0"/>
              <a:t>13</a:t>
            </a:fld>
            <a:endParaRPr lang="en-US"/>
          </a:p>
        </p:txBody>
      </p:sp>
      <p:sp>
        <p:nvSpPr>
          <p:cNvPr id="12" name="Date Placeholder 11">
            <a:extLst>
              <a:ext uri="{FF2B5EF4-FFF2-40B4-BE49-F238E27FC236}">
                <a16:creationId xmlns:a16="http://schemas.microsoft.com/office/drawing/2014/main" id="{C98832CB-92E6-428E-8159-28164156A1E1}"/>
              </a:ext>
            </a:extLst>
          </p:cNvPr>
          <p:cNvSpPr>
            <a:spLocks noGrp="1"/>
          </p:cNvSpPr>
          <p:nvPr>
            <p:ph type="dt" sz="half" idx="10"/>
          </p:nvPr>
        </p:nvSpPr>
        <p:spPr/>
        <p:txBody>
          <a:bodyPr/>
          <a:lstStyle/>
          <a:p>
            <a:fld id="{A4BF92C9-9DD3-4215-B02B-288890CB008A}" type="datetime1">
              <a:rPr lang="vi-VN" smtClean="0"/>
              <a:t>01/12/2024</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A54C9-88F5-4B15-A285-CC586DAED56E}"/>
              </a:ext>
            </a:extLst>
          </p:cNvPr>
          <p:cNvSpPr>
            <a:spLocks noGrp="1"/>
          </p:cNvSpPr>
          <p:nvPr>
            <p:ph type="title"/>
          </p:nvPr>
        </p:nvSpPr>
        <p:spPr/>
        <p:txBody>
          <a:bodyPr/>
          <a:lstStyle/>
          <a:p>
            <a:r>
              <a:rPr lang="en-AU"/>
              <a:t>Thêm phần tử 45 vào cây</a:t>
            </a:r>
            <a:endParaRPr lang="en-AU" dirty="0"/>
          </a:p>
        </p:txBody>
      </p:sp>
      <p:pic>
        <p:nvPicPr>
          <p:cNvPr id="111622" name="Picture 2">
            <a:extLst>
              <a:ext uri="{FF2B5EF4-FFF2-40B4-BE49-F238E27FC236}">
                <a16:creationId xmlns:a16="http://schemas.microsoft.com/office/drawing/2014/main" id="{E50F6042-B3EC-4DD0-AE6A-3E1075014D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5315" y="1578063"/>
            <a:ext cx="8121370" cy="474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Footer Placeholder 9">
            <a:extLst>
              <a:ext uri="{FF2B5EF4-FFF2-40B4-BE49-F238E27FC236}">
                <a16:creationId xmlns:a16="http://schemas.microsoft.com/office/drawing/2014/main" id="{AF4E0CDA-6943-48E0-BF84-B750A5813677}"/>
              </a:ext>
            </a:extLst>
          </p:cNvPr>
          <p:cNvSpPr>
            <a:spLocks noGrp="1"/>
          </p:cNvSpPr>
          <p:nvPr>
            <p:ph type="ftr" sz="quarter" idx="11"/>
          </p:nvPr>
        </p:nvSpPr>
        <p:spPr/>
        <p:txBody>
          <a:bodyPr/>
          <a:lstStyle/>
          <a:p>
            <a:r>
              <a:rPr lang="en-US"/>
              <a:t>Cấu Trúc Dữ Liệu &amp; Giải Thuật (Data Structures &amp; Algorithms) - Cây (Tree)</a:t>
            </a:r>
          </a:p>
        </p:txBody>
      </p:sp>
      <p:sp>
        <p:nvSpPr>
          <p:cNvPr id="11" name="Slide Number Placeholder 10">
            <a:extLst>
              <a:ext uri="{FF2B5EF4-FFF2-40B4-BE49-F238E27FC236}">
                <a16:creationId xmlns:a16="http://schemas.microsoft.com/office/drawing/2014/main" id="{F8B13AD1-DFA4-474D-8E7F-933EC65976F6}"/>
              </a:ext>
            </a:extLst>
          </p:cNvPr>
          <p:cNvSpPr>
            <a:spLocks noGrp="1"/>
          </p:cNvSpPr>
          <p:nvPr>
            <p:ph type="sldNum" sz="quarter" idx="12"/>
          </p:nvPr>
        </p:nvSpPr>
        <p:spPr/>
        <p:txBody>
          <a:bodyPr/>
          <a:lstStyle/>
          <a:p>
            <a:fld id="{21782F98-F548-4E33-958E-D2A6C4BA8EFA}" type="slidenum">
              <a:rPr lang="en-US" smtClean="0"/>
              <a:t>14</a:t>
            </a:fld>
            <a:endParaRPr lang="en-US"/>
          </a:p>
        </p:txBody>
      </p:sp>
      <p:sp>
        <p:nvSpPr>
          <p:cNvPr id="12" name="Date Placeholder 11">
            <a:extLst>
              <a:ext uri="{FF2B5EF4-FFF2-40B4-BE49-F238E27FC236}">
                <a16:creationId xmlns:a16="http://schemas.microsoft.com/office/drawing/2014/main" id="{CEF61BE6-646D-4113-8F8A-7CEE61109ABC}"/>
              </a:ext>
            </a:extLst>
          </p:cNvPr>
          <p:cNvSpPr>
            <a:spLocks noGrp="1"/>
          </p:cNvSpPr>
          <p:nvPr>
            <p:ph type="dt" sz="half" idx="10"/>
          </p:nvPr>
        </p:nvSpPr>
        <p:spPr/>
        <p:txBody>
          <a:bodyPr/>
          <a:lstStyle/>
          <a:p>
            <a:fld id="{F962418C-7AC9-499D-BB4D-7175D3D96C4B}" type="datetime1">
              <a:rPr lang="vi-VN" smtClean="0"/>
              <a:t>01/12/2024</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1AC71-D17F-4F81-B3D5-7F4477464EF5}"/>
              </a:ext>
            </a:extLst>
          </p:cNvPr>
          <p:cNvSpPr>
            <a:spLocks noGrp="1"/>
          </p:cNvSpPr>
          <p:nvPr>
            <p:ph type="title"/>
          </p:nvPr>
        </p:nvSpPr>
        <p:spPr/>
        <p:txBody>
          <a:bodyPr/>
          <a:lstStyle/>
          <a:p>
            <a:r>
              <a:rPr lang="en-AU"/>
              <a:t>Xóa phần tử có giá trị x</a:t>
            </a:r>
            <a:endParaRPr lang="en-AU" dirty="0"/>
          </a:p>
        </p:txBody>
      </p:sp>
      <p:pic>
        <p:nvPicPr>
          <p:cNvPr id="117766" name="Picture 2">
            <a:extLst>
              <a:ext uri="{FF2B5EF4-FFF2-40B4-BE49-F238E27FC236}">
                <a16:creationId xmlns:a16="http://schemas.microsoft.com/office/drawing/2014/main" id="{950BE9B2-E196-44F8-9E87-B3E3E4D921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2824" y="1447800"/>
            <a:ext cx="9028112" cy="486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Footer Placeholder 9">
            <a:extLst>
              <a:ext uri="{FF2B5EF4-FFF2-40B4-BE49-F238E27FC236}">
                <a16:creationId xmlns:a16="http://schemas.microsoft.com/office/drawing/2014/main" id="{FD9598F6-C716-4C54-B86A-AD67AA757514}"/>
              </a:ext>
            </a:extLst>
          </p:cNvPr>
          <p:cNvSpPr>
            <a:spLocks noGrp="1"/>
          </p:cNvSpPr>
          <p:nvPr>
            <p:ph type="ftr" sz="quarter" idx="11"/>
          </p:nvPr>
        </p:nvSpPr>
        <p:spPr/>
        <p:txBody>
          <a:bodyPr/>
          <a:lstStyle/>
          <a:p>
            <a:r>
              <a:rPr lang="en-US"/>
              <a:t>Cấu Trúc Dữ Liệu &amp; Giải Thuật (Data Structures &amp; Algorithms) - Cây (Tree)</a:t>
            </a:r>
          </a:p>
        </p:txBody>
      </p:sp>
      <p:sp>
        <p:nvSpPr>
          <p:cNvPr id="11" name="Slide Number Placeholder 10">
            <a:extLst>
              <a:ext uri="{FF2B5EF4-FFF2-40B4-BE49-F238E27FC236}">
                <a16:creationId xmlns:a16="http://schemas.microsoft.com/office/drawing/2014/main" id="{EBF09726-4D00-4EB6-81BE-5EDDEB34CB50}"/>
              </a:ext>
            </a:extLst>
          </p:cNvPr>
          <p:cNvSpPr>
            <a:spLocks noGrp="1"/>
          </p:cNvSpPr>
          <p:nvPr>
            <p:ph type="sldNum" sz="quarter" idx="12"/>
          </p:nvPr>
        </p:nvSpPr>
        <p:spPr/>
        <p:txBody>
          <a:bodyPr/>
          <a:lstStyle/>
          <a:p>
            <a:fld id="{21782F98-F548-4E33-958E-D2A6C4BA8EFA}" type="slidenum">
              <a:rPr lang="en-US" smtClean="0"/>
              <a:t>15</a:t>
            </a:fld>
            <a:endParaRPr lang="en-US"/>
          </a:p>
        </p:txBody>
      </p:sp>
      <p:sp>
        <p:nvSpPr>
          <p:cNvPr id="12" name="Date Placeholder 11">
            <a:extLst>
              <a:ext uri="{FF2B5EF4-FFF2-40B4-BE49-F238E27FC236}">
                <a16:creationId xmlns:a16="http://schemas.microsoft.com/office/drawing/2014/main" id="{E265B8F2-E016-45CC-A292-B6E9B56B7672}"/>
              </a:ext>
            </a:extLst>
          </p:cNvPr>
          <p:cNvSpPr>
            <a:spLocks noGrp="1"/>
          </p:cNvSpPr>
          <p:nvPr>
            <p:ph type="dt" sz="half" idx="10"/>
          </p:nvPr>
        </p:nvSpPr>
        <p:spPr/>
        <p:txBody>
          <a:bodyPr/>
          <a:lstStyle/>
          <a:p>
            <a:fld id="{768F4A79-806D-4CEA-859A-86FFCA865E97}" type="datetime1">
              <a:rPr lang="vi-VN" smtClean="0"/>
              <a:t>01/12/2024</a:t>
            </a:fld>
            <a:endParaRPr lang="en-US"/>
          </a:p>
        </p:txBody>
      </p:sp>
      <p:sp>
        <p:nvSpPr>
          <p:cNvPr id="13" name="Arrow: Right 12">
            <a:extLst>
              <a:ext uri="{FF2B5EF4-FFF2-40B4-BE49-F238E27FC236}">
                <a16:creationId xmlns:a16="http://schemas.microsoft.com/office/drawing/2014/main" id="{28A45929-EB38-43D2-922D-26A0EF260357}"/>
              </a:ext>
            </a:extLst>
          </p:cNvPr>
          <p:cNvSpPr/>
          <p:nvPr/>
        </p:nvSpPr>
        <p:spPr>
          <a:xfrm>
            <a:off x="1586230" y="4637881"/>
            <a:ext cx="894080" cy="259239"/>
          </a:xfrm>
          <a:prstGeom prst="rightArrow">
            <a:avLst>
              <a:gd name="adj1" fmla="val 39369"/>
              <a:gd name="adj2" fmla="val 6280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1A5C8-0E02-4CB3-9DAF-84DBD991E489}"/>
              </a:ext>
            </a:extLst>
          </p:cNvPr>
          <p:cNvSpPr>
            <a:spLocks noGrp="1"/>
          </p:cNvSpPr>
          <p:nvPr>
            <p:ph type="title"/>
          </p:nvPr>
        </p:nvSpPr>
        <p:spPr/>
        <p:txBody>
          <a:bodyPr/>
          <a:lstStyle/>
          <a:p>
            <a:r>
              <a:rPr lang="en-AU"/>
              <a:t>Xóa phần tử có giá trị x</a:t>
            </a:r>
            <a:endParaRPr lang="en-AU" dirty="0"/>
          </a:p>
        </p:txBody>
      </p:sp>
      <p:pic>
        <p:nvPicPr>
          <p:cNvPr id="119814" name="Picture 2">
            <a:extLst>
              <a:ext uri="{FF2B5EF4-FFF2-40B4-BE49-F238E27FC236}">
                <a16:creationId xmlns:a16="http://schemas.microsoft.com/office/drawing/2014/main" id="{0DECB92D-7701-483A-A2E0-660695AFFE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7350" y="1559719"/>
            <a:ext cx="8877300" cy="4776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Footer Placeholder 9">
            <a:extLst>
              <a:ext uri="{FF2B5EF4-FFF2-40B4-BE49-F238E27FC236}">
                <a16:creationId xmlns:a16="http://schemas.microsoft.com/office/drawing/2014/main" id="{D29893B0-CEC1-499F-A36F-11A1BBCCCB9E}"/>
              </a:ext>
            </a:extLst>
          </p:cNvPr>
          <p:cNvSpPr>
            <a:spLocks noGrp="1"/>
          </p:cNvSpPr>
          <p:nvPr>
            <p:ph type="ftr" sz="quarter" idx="11"/>
          </p:nvPr>
        </p:nvSpPr>
        <p:spPr/>
        <p:txBody>
          <a:bodyPr/>
          <a:lstStyle/>
          <a:p>
            <a:r>
              <a:rPr lang="en-US"/>
              <a:t>Cấu Trúc Dữ Liệu &amp; Giải Thuật (Data Structures &amp; Algorithms) - Cây (Tree)</a:t>
            </a:r>
          </a:p>
        </p:txBody>
      </p:sp>
      <p:sp>
        <p:nvSpPr>
          <p:cNvPr id="11" name="Slide Number Placeholder 10">
            <a:extLst>
              <a:ext uri="{FF2B5EF4-FFF2-40B4-BE49-F238E27FC236}">
                <a16:creationId xmlns:a16="http://schemas.microsoft.com/office/drawing/2014/main" id="{B042CBCC-E622-4511-B853-3F49A10C9BE4}"/>
              </a:ext>
            </a:extLst>
          </p:cNvPr>
          <p:cNvSpPr>
            <a:spLocks noGrp="1"/>
          </p:cNvSpPr>
          <p:nvPr>
            <p:ph type="sldNum" sz="quarter" idx="12"/>
          </p:nvPr>
        </p:nvSpPr>
        <p:spPr/>
        <p:txBody>
          <a:bodyPr/>
          <a:lstStyle/>
          <a:p>
            <a:fld id="{21782F98-F548-4E33-958E-D2A6C4BA8EFA}" type="slidenum">
              <a:rPr lang="en-US" smtClean="0"/>
              <a:t>16</a:t>
            </a:fld>
            <a:endParaRPr lang="en-US"/>
          </a:p>
        </p:txBody>
      </p:sp>
      <p:sp>
        <p:nvSpPr>
          <p:cNvPr id="12" name="Date Placeholder 11">
            <a:extLst>
              <a:ext uri="{FF2B5EF4-FFF2-40B4-BE49-F238E27FC236}">
                <a16:creationId xmlns:a16="http://schemas.microsoft.com/office/drawing/2014/main" id="{95E69E9B-E788-4AAD-97B2-B0F9C9485385}"/>
              </a:ext>
            </a:extLst>
          </p:cNvPr>
          <p:cNvSpPr>
            <a:spLocks noGrp="1"/>
          </p:cNvSpPr>
          <p:nvPr>
            <p:ph type="dt" sz="half" idx="10"/>
          </p:nvPr>
        </p:nvSpPr>
        <p:spPr/>
        <p:txBody>
          <a:bodyPr/>
          <a:lstStyle/>
          <a:p>
            <a:fld id="{F6157585-D48B-495D-98EF-BC9D2AC09F1B}" type="datetime1">
              <a:rPr lang="vi-VN" smtClean="0"/>
              <a:t>01/12/2024</a:t>
            </a:fld>
            <a:endParaRPr lang="en-US"/>
          </a:p>
        </p:txBody>
      </p:sp>
      <p:sp>
        <p:nvSpPr>
          <p:cNvPr id="9" name="Arrow: Right 8">
            <a:extLst>
              <a:ext uri="{FF2B5EF4-FFF2-40B4-BE49-F238E27FC236}">
                <a16:creationId xmlns:a16="http://schemas.microsoft.com/office/drawing/2014/main" id="{A6DE682F-2ACF-4BCB-9808-959E83BAF984}"/>
              </a:ext>
            </a:extLst>
          </p:cNvPr>
          <p:cNvSpPr/>
          <p:nvPr/>
        </p:nvSpPr>
        <p:spPr>
          <a:xfrm>
            <a:off x="1992630" y="4963001"/>
            <a:ext cx="894080" cy="259239"/>
          </a:xfrm>
          <a:prstGeom prst="rightArrow">
            <a:avLst>
              <a:gd name="adj1" fmla="val 39369"/>
              <a:gd name="adj2" fmla="val 6280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24B7E-40F3-4113-A934-D1CC6C80D72B}"/>
              </a:ext>
            </a:extLst>
          </p:cNvPr>
          <p:cNvSpPr>
            <a:spLocks noGrp="1"/>
          </p:cNvSpPr>
          <p:nvPr>
            <p:ph type="title"/>
          </p:nvPr>
        </p:nvSpPr>
        <p:spPr/>
        <p:txBody>
          <a:bodyPr/>
          <a:lstStyle/>
          <a:p>
            <a:r>
              <a:rPr lang="en-AU"/>
              <a:t>Xóa phần tử có giá trị x</a:t>
            </a:r>
            <a:endParaRPr lang="en-AU" dirty="0"/>
          </a:p>
        </p:txBody>
      </p:sp>
      <p:pic>
        <p:nvPicPr>
          <p:cNvPr id="121862" name="Picture 2">
            <a:extLst>
              <a:ext uri="{FF2B5EF4-FFF2-40B4-BE49-F238E27FC236}">
                <a16:creationId xmlns:a16="http://schemas.microsoft.com/office/drawing/2014/main" id="{AA7999C2-6D8E-4E94-9B78-1B7744768E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5275" y="1584768"/>
            <a:ext cx="9061450" cy="436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Footer Placeholder 9">
            <a:extLst>
              <a:ext uri="{FF2B5EF4-FFF2-40B4-BE49-F238E27FC236}">
                <a16:creationId xmlns:a16="http://schemas.microsoft.com/office/drawing/2014/main" id="{AF5DD3A2-28ED-46A3-B41F-26CCF16345C7}"/>
              </a:ext>
            </a:extLst>
          </p:cNvPr>
          <p:cNvSpPr>
            <a:spLocks noGrp="1"/>
          </p:cNvSpPr>
          <p:nvPr>
            <p:ph type="ftr" sz="quarter" idx="11"/>
          </p:nvPr>
        </p:nvSpPr>
        <p:spPr/>
        <p:txBody>
          <a:bodyPr/>
          <a:lstStyle/>
          <a:p>
            <a:r>
              <a:rPr lang="en-US"/>
              <a:t>Cấu Trúc Dữ Liệu &amp; Giải Thuật (Data Structures &amp; Algorithms) - Cây (Tree)</a:t>
            </a:r>
          </a:p>
        </p:txBody>
      </p:sp>
      <p:sp>
        <p:nvSpPr>
          <p:cNvPr id="11" name="Slide Number Placeholder 10">
            <a:extLst>
              <a:ext uri="{FF2B5EF4-FFF2-40B4-BE49-F238E27FC236}">
                <a16:creationId xmlns:a16="http://schemas.microsoft.com/office/drawing/2014/main" id="{D39324BA-11CD-4148-AE68-95299335AC04}"/>
              </a:ext>
            </a:extLst>
          </p:cNvPr>
          <p:cNvSpPr>
            <a:spLocks noGrp="1"/>
          </p:cNvSpPr>
          <p:nvPr>
            <p:ph type="sldNum" sz="quarter" idx="12"/>
          </p:nvPr>
        </p:nvSpPr>
        <p:spPr/>
        <p:txBody>
          <a:bodyPr/>
          <a:lstStyle/>
          <a:p>
            <a:fld id="{21782F98-F548-4E33-958E-D2A6C4BA8EFA}" type="slidenum">
              <a:rPr lang="en-US" smtClean="0"/>
              <a:t>17</a:t>
            </a:fld>
            <a:endParaRPr lang="en-US"/>
          </a:p>
        </p:txBody>
      </p:sp>
      <p:sp>
        <p:nvSpPr>
          <p:cNvPr id="12" name="Date Placeholder 11">
            <a:extLst>
              <a:ext uri="{FF2B5EF4-FFF2-40B4-BE49-F238E27FC236}">
                <a16:creationId xmlns:a16="http://schemas.microsoft.com/office/drawing/2014/main" id="{B2BC8572-9075-4A2B-921D-0D41EDE89774}"/>
              </a:ext>
            </a:extLst>
          </p:cNvPr>
          <p:cNvSpPr>
            <a:spLocks noGrp="1"/>
          </p:cNvSpPr>
          <p:nvPr>
            <p:ph type="dt" sz="half" idx="10"/>
          </p:nvPr>
        </p:nvSpPr>
        <p:spPr/>
        <p:txBody>
          <a:bodyPr/>
          <a:lstStyle/>
          <a:p>
            <a:fld id="{B7DA6B78-F662-4DDA-8E31-072A874E70DE}" type="datetime1">
              <a:rPr lang="vi-VN" smtClean="0"/>
              <a:t>01/12/2024</a:t>
            </a:fld>
            <a:endParaRPr lang="en-US"/>
          </a:p>
        </p:txBody>
      </p:sp>
      <p:sp>
        <p:nvSpPr>
          <p:cNvPr id="7" name="Arrow: Right 6">
            <a:extLst>
              <a:ext uri="{FF2B5EF4-FFF2-40B4-BE49-F238E27FC236}">
                <a16:creationId xmlns:a16="http://schemas.microsoft.com/office/drawing/2014/main" id="{5B820559-58AD-4337-BD0B-784A971EA044}"/>
              </a:ext>
            </a:extLst>
          </p:cNvPr>
          <p:cNvSpPr/>
          <p:nvPr/>
        </p:nvSpPr>
        <p:spPr>
          <a:xfrm>
            <a:off x="1769110" y="4272121"/>
            <a:ext cx="894080" cy="259239"/>
          </a:xfrm>
          <a:prstGeom prst="rightArrow">
            <a:avLst>
              <a:gd name="adj1" fmla="val 39369"/>
              <a:gd name="adj2" fmla="val 6280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F345B-D90B-449F-90F0-E75933F14F50}"/>
              </a:ext>
            </a:extLst>
          </p:cNvPr>
          <p:cNvSpPr>
            <a:spLocks noGrp="1"/>
          </p:cNvSpPr>
          <p:nvPr>
            <p:ph type="title"/>
          </p:nvPr>
        </p:nvSpPr>
        <p:spPr/>
        <p:txBody>
          <a:bodyPr/>
          <a:lstStyle/>
          <a:p>
            <a:r>
              <a:rPr lang="en-AU"/>
              <a:t>Xóa phần tử có giá trị x</a:t>
            </a:r>
            <a:endParaRPr lang="en-AU" dirty="0"/>
          </a:p>
        </p:txBody>
      </p:sp>
      <p:pic>
        <p:nvPicPr>
          <p:cNvPr id="123910" name="Picture 2">
            <a:extLst>
              <a:ext uri="{FF2B5EF4-FFF2-40B4-BE49-F238E27FC236}">
                <a16:creationId xmlns:a16="http://schemas.microsoft.com/office/drawing/2014/main" id="{70092226-6831-4745-B6DD-7D205E7401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4669" y="1610629"/>
            <a:ext cx="8602662"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Footer Placeholder 9">
            <a:extLst>
              <a:ext uri="{FF2B5EF4-FFF2-40B4-BE49-F238E27FC236}">
                <a16:creationId xmlns:a16="http://schemas.microsoft.com/office/drawing/2014/main" id="{163E748C-7E6C-4C1F-8CB5-0750DED4FE6C}"/>
              </a:ext>
            </a:extLst>
          </p:cNvPr>
          <p:cNvSpPr>
            <a:spLocks noGrp="1"/>
          </p:cNvSpPr>
          <p:nvPr>
            <p:ph type="ftr" sz="quarter" idx="11"/>
          </p:nvPr>
        </p:nvSpPr>
        <p:spPr/>
        <p:txBody>
          <a:bodyPr/>
          <a:lstStyle/>
          <a:p>
            <a:r>
              <a:rPr lang="en-US"/>
              <a:t>Cấu Trúc Dữ Liệu &amp; Giải Thuật (Data Structures &amp; Algorithms) - Cây (Tree)</a:t>
            </a:r>
          </a:p>
        </p:txBody>
      </p:sp>
      <p:sp>
        <p:nvSpPr>
          <p:cNvPr id="11" name="Slide Number Placeholder 10">
            <a:extLst>
              <a:ext uri="{FF2B5EF4-FFF2-40B4-BE49-F238E27FC236}">
                <a16:creationId xmlns:a16="http://schemas.microsoft.com/office/drawing/2014/main" id="{897BBB8F-8D77-443F-9DC6-7E3D74C99547}"/>
              </a:ext>
            </a:extLst>
          </p:cNvPr>
          <p:cNvSpPr>
            <a:spLocks noGrp="1"/>
          </p:cNvSpPr>
          <p:nvPr>
            <p:ph type="sldNum" sz="quarter" idx="12"/>
          </p:nvPr>
        </p:nvSpPr>
        <p:spPr/>
        <p:txBody>
          <a:bodyPr/>
          <a:lstStyle/>
          <a:p>
            <a:fld id="{21782F98-F548-4E33-958E-D2A6C4BA8EFA}" type="slidenum">
              <a:rPr lang="en-US" smtClean="0"/>
              <a:t>18</a:t>
            </a:fld>
            <a:endParaRPr lang="en-US"/>
          </a:p>
        </p:txBody>
      </p:sp>
      <p:sp>
        <p:nvSpPr>
          <p:cNvPr id="12" name="Date Placeholder 11">
            <a:extLst>
              <a:ext uri="{FF2B5EF4-FFF2-40B4-BE49-F238E27FC236}">
                <a16:creationId xmlns:a16="http://schemas.microsoft.com/office/drawing/2014/main" id="{EB25A6EC-E58D-4ECE-A45F-CC73DA4EC165}"/>
              </a:ext>
            </a:extLst>
          </p:cNvPr>
          <p:cNvSpPr>
            <a:spLocks noGrp="1"/>
          </p:cNvSpPr>
          <p:nvPr>
            <p:ph type="dt" sz="half" idx="10"/>
          </p:nvPr>
        </p:nvSpPr>
        <p:spPr/>
        <p:txBody>
          <a:bodyPr/>
          <a:lstStyle/>
          <a:p>
            <a:fld id="{2A832B2B-0CB6-4D5A-9EE4-1FD5AF97E7B4}" type="datetime1">
              <a:rPr lang="vi-VN" smtClean="0"/>
              <a:t>01/12/2024</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1A6BC-AE80-4281-9961-1D6F72C1A4FD}"/>
              </a:ext>
            </a:extLst>
          </p:cNvPr>
          <p:cNvSpPr>
            <a:spLocks noGrp="1"/>
          </p:cNvSpPr>
          <p:nvPr>
            <p:ph type="title"/>
          </p:nvPr>
        </p:nvSpPr>
        <p:spPr/>
        <p:txBody>
          <a:bodyPr/>
          <a:lstStyle/>
          <a:p>
            <a:r>
              <a:rPr lang="en-AU"/>
              <a:t>Xóa phần tử có giá trị x</a:t>
            </a:r>
            <a:endParaRPr lang="en-AU" dirty="0"/>
          </a:p>
        </p:txBody>
      </p:sp>
      <p:pic>
        <p:nvPicPr>
          <p:cNvPr id="125958" name="Picture 2">
            <a:extLst>
              <a:ext uri="{FF2B5EF4-FFF2-40B4-BE49-F238E27FC236}">
                <a16:creationId xmlns:a16="http://schemas.microsoft.com/office/drawing/2014/main" id="{4B66EEF5-D96B-4019-96B4-0872E78632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1" y="1662112"/>
            <a:ext cx="8899525"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Footer Placeholder 9">
            <a:extLst>
              <a:ext uri="{FF2B5EF4-FFF2-40B4-BE49-F238E27FC236}">
                <a16:creationId xmlns:a16="http://schemas.microsoft.com/office/drawing/2014/main" id="{11D36128-5049-44E8-A8B7-EC0C39447AD5}"/>
              </a:ext>
            </a:extLst>
          </p:cNvPr>
          <p:cNvSpPr>
            <a:spLocks noGrp="1"/>
          </p:cNvSpPr>
          <p:nvPr>
            <p:ph type="ftr" sz="quarter" idx="11"/>
          </p:nvPr>
        </p:nvSpPr>
        <p:spPr/>
        <p:txBody>
          <a:bodyPr/>
          <a:lstStyle/>
          <a:p>
            <a:r>
              <a:rPr lang="en-US"/>
              <a:t>Cấu Trúc Dữ Liệu &amp; Giải Thuật (Data Structures &amp; Algorithms) - Cây (Tree)</a:t>
            </a:r>
          </a:p>
        </p:txBody>
      </p:sp>
      <p:sp>
        <p:nvSpPr>
          <p:cNvPr id="11" name="Slide Number Placeholder 10">
            <a:extLst>
              <a:ext uri="{FF2B5EF4-FFF2-40B4-BE49-F238E27FC236}">
                <a16:creationId xmlns:a16="http://schemas.microsoft.com/office/drawing/2014/main" id="{A7A6E9FA-4B08-4C28-B3C3-FF17B373C61A}"/>
              </a:ext>
            </a:extLst>
          </p:cNvPr>
          <p:cNvSpPr>
            <a:spLocks noGrp="1"/>
          </p:cNvSpPr>
          <p:nvPr>
            <p:ph type="sldNum" sz="quarter" idx="12"/>
          </p:nvPr>
        </p:nvSpPr>
        <p:spPr/>
        <p:txBody>
          <a:bodyPr/>
          <a:lstStyle/>
          <a:p>
            <a:fld id="{21782F98-F548-4E33-958E-D2A6C4BA8EFA}" type="slidenum">
              <a:rPr lang="en-US" smtClean="0"/>
              <a:t>19</a:t>
            </a:fld>
            <a:endParaRPr lang="en-US"/>
          </a:p>
        </p:txBody>
      </p:sp>
      <p:sp>
        <p:nvSpPr>
          <p:cNvPr id="12" name="Date Placeholder 11">
            <a:extLst>
              <a:ext uri="{FF2B5EF4-FFF2-40B4-BE49-F238E27FC236}">
                <a16:creationId xmlns:a16="http://schemas.microsoft.com/office/drawing/2014/main" id="{710D1A09-0AEE-4CA7-8B5B-E6B0D2B644B4}"/>
              </a:ext>
            </a:extLst>
          </p:cNvPr>
          <p:cNvSpPr>
            <a:spLocks noGrp="1"/>
          </p:cNvSpPr>
          <p:nvPr>
            <p:ph type="dt" sz="half" idx="10"/>
          </p:nvPr>
        </p:nvSpPr>
        <p:spPr/>
        <p:txBody>
          <a:bodyPr/>
          <a:lstStyle/>
          <a:p>
            <a:fld id="{E9B30DE3-A6F6-479D-9410-AE18640B23C7}" type="datetime1">
              <a:rPr lang="vi-VN" smtClean="0"/>
              <a:t>01/12/2024</a:t>
            </a:fld>
            <a:endParaRPr lang="en-US"/>
          </a:p>
        </p:txBody>
      </p:sp>
      <p:sp>
        <p:nvSpPr>
          <p:cNvPr id="8" name="Rectangle 7">
            <a:extLst>
              <a:ext uri="{FF2B5EF4-FFF2-40B4-BE49-F238E27FC236}">
                <a16:creationId xmlns:a16="http://schemas.microsoft.com/office/drawing/2014/main" id="{B11EE91E-27FF-4C2D-A589-11FF448EFD3C}"/>
              </a:ext>
            </a:extLst>
          </p:cNvPr>
          <p:cNvSpPr/>
          <p:nvPr/>
        </p:nvSpPr>
        <p:spPr>
          <a:xfrm>
            <a:off x="3579144" y="2598055"/>
            <a:ext cx="449468" cy="4905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solidFill>
                  <a:srgbClr val="C00000"/>
                </a:solidFill>
                <a:latin typeface="Consolas" panose="020B0609020204030204" pitchFamily="49" charset="0"/>
                <a:ea typeface="Calibri" panose="020F0502020204030204" pitchFamily="34" charset="0"/>
                <a:cs typeface="Calibri" panose="020F0502020204030204" pitchFamily="34" charset="0"/>
              </a:rPr>
              <a:t>q</a:t>
            </a:r>
          </a:p>
        </p:txBody>
      </p:sp>
      <p:sp>
        <p:nvSpPr>
          <p:cNvPr id="9" name="Rectangle 8">
            <a:extLst>
              <a:ext uri="{FF2B5EF4-FFF2-40B4-BE49-F238E27FC236}">
                <a16:creationId xmlns:a16="http://schemas.microsoft.com/office/drawing/2014/main" id="{BED5398F-C7AE-46E5-A5A1-159F42C076E0}"/>
              </a:ext>
            </a:extLst>
          </p:cNvPr>
          <p:cNvSpPr/>
          <p:nvPr/>
        </p:nvSpPr>
        <p:spPr>
          <a:xfrm>
            <a:off x="3591782" y="3769361"/>
            <a:ext cx="854655" cy="8534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solidFill>
                  <a:srgbClr val="C00000"/>
                </a:solidFill>
                <a:latin typeface="Consolas" panose="020B0609020204030204" pitchFamily="49" charset="0"/>
                <a:ea typeface="Calibri" panose="020F0502020204030204" pitchFamily="34" charset="0"/>
                <a:cs typeface="Calibri" panose="020F0502020204030204" pitchFamily="34" charset="0"/>
              </a:rPr>
              <a:t>pmin</a:t>
            </a:r>
          </a:p>
        </p:txBody>
      </p:sp>
    </p:spTree>
    <p:extLst>
      <p:ext uri="{BB962C8B-B14F-4D97-AF65-F5344CB8AC3E}">
        <p14:creationId xmlns:p14="http://schemas.microsoft.com/office/powerpoint/2010/main" val="1801445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1A6BC-AE80-4281-9961-1D6F72C1A4FD}"/>
              </a:ext>
            </a:extLst>
          </p:cNvPr>
          <p:cNvSpPr>
            <a:spLocks noGrp="1"/>
          </p:cNvSpPr>
          <p:nvPr>
            <p:ph type="title"/>
          </p:nvPr>
        </p:nvSpPr>
        <p:spPr/>
        <p:txBody>
          <a:bodyPr/>
          <a:lstStyle/>
          <a:p>
            <a:r>
              <a:rPr lang="en-AU"/>
              <a:t>Xóa phần tử có giá trị x</a:t>
            </a:r>
            <a:endParaRPr lang="en-AU" dirty="0"/>
          </a:p>
        </p:txBody>
      </p:sp>
      <p:pic>
        <p:nvPicPr>
          <p:cNvPr id="125958" name="Picture 2">
            <a:extLst>
              <a:ext uri="{FF2B5EF4-FFF2-40B4-BE49-F238E27FC236}">
                <a16:creationId xmlns:a16="http://schemas.microsoft.com/office/drawing/2014/main" id="{4B66EEF5-D96B-4019-96B4-0872E78632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1" y="1662112"/>
            <a:ext cx="8899525"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Footer Placeholder 9">
            <a:extLst>
              <a:ext uri="{FF2B5EF4-FFF2-40B4-BE49-F238E27FC236}">
                <a16:creationId xmlns:a16="http://schemas.microsoft.com/office/drawing/2014/main" id="{11D36128-5049-44E8-A8B7-EC0C39447AD5}"/>
              </a:ext>
            </a:extLst>
          </p:cNvPr>
          <p:cNvSpPr>
            <a:spLocks noGrp="1"/>
          </p:cNvSpPr>
          <p:nvPr>
            <p:ph type="ftr" sz="quarter" idx="11"/>
          </p:nvPr>
        </p:nvSpPr>
        <p:spPr/>
        <p:txBody>
          <a:bodyPr/>
          <a:lstStyle/>
          <a:p>
            <a:r>
              <a:rPr lang="en-US"/>
              <a:t>Cấu Trúc Dữ Liệu &amp; Giải Thuật (Data Structures &amp; Algorithms) - Cây (Tree)</a:t>
            </a:r>
          </a:p>
        </p:txBody>
      </p:sp>
      <p:sp>
        <p:nvSpPr>
          <p:cNvPr id="11" name="Slide Number Placeholder 10">
            <a:extLst>
              <a:ext uri="{FF2B5EF4-FFF2-40B4-BE49-F238E27FC236}">
                <a16:creationId xmlns:a16="http://schemas.microsoft.com/office/drawing/2014/main" id="{A7A6E9FA-4B08-4C28-B3C3-FF17B373C61A}"/>
              </a:ext>
            </a:extLst>
          </p:cNvPr>
          <p:cNvSpPr>
            <a:spLocks noGrp="1"/>
          </p:cNvSpPr>
          <p:nvPr>
            <p:ph type="sldNum" sz="quarter" idx="12"/>
          </p:nvPr>
        </p:nvSpPr>
        <p:spPr/>
        <p:txBody>
          <a:bodyPr/>
          <a:lstStyle/>
          <a:p>
            <a:fld id="{21782F98-F548-4E33-958E-D2A6C4BA8EFA}" type="slidenum">
              <a:rPr lang="en-US" smtClean="0"/>
              <a:t>20</a:t>
            </a:fld>
            <a:endParaRPr lang="en-US"/>
          </a:p>
        </p:txBody>
      </p:sp>
      <p:sp>
        <p:nvSpPr>
          <p:cNvPr id="12" name="Date Placeholder 11">
            <a:extLst>
              <a:ext uri="{FF2B5EF4-FFF2-40B4-BE49-F238E27FC236}">
                <a16:creationId xmlns:a16="http://schemas.microsoft.com/office/drawing/2014/main" id="{710D1A09-0AEE-4CA7-8B5B-E6B0D2B644B4}"/>
              </a:ext>
            </a:extLst>
          </p:cNvPr>
          <p:cNvSpPr>
            <a:spLocks noGrp="1"/>
          </p:cNvSpPr>
          <p:nvPr>
            <p:ph type="dt" sz="half" idx="10"/>
          </p:nvPr>
        </p:nvSpPr>
        <p:spPr/>
        <p:txBody>
          <a:bodyPr/>
          <a:lstStyle/>
          <a:p>
            <a:fld id="{E9B30DE3-A6F6-479D-9410-AE18640B23C7}" type="datetime1">
              <a:rPr lang="vi-VN" smtClean="0"/>
              <a:t>01/12/2024</a:t>
            </a:fld>
            <a:endParaRPr lang="en-US"/>
          </a:p>
        </p:txBody>
      </p:sp>
      <p:sp>
        <p:nvSpPr>
          <p:cNvPr id="7" name="Rectangle 6">
            <a:extLst>
              <a:ext uri="{FF2B5EF4-FFF2-40B4-BE49-F238E27FC236}">
                <a16:creationId xmlns:a16="http://schemas.microsoft.com/office/drawing/2014/main" id="{054B19B2-ECC6-48CF-8E6B-3E5EF9C53CF2}"/>
              </a:ext>
            </a:extLst>
          </p:cNvPr>
          <p:cNvSpPr/>
          <p:nvPr/>
        </p:nvSpPr>
        <p:spPr>
          <a:xfrm>
            <a:off x="5781040" y="1647111"/>
            <a:ext cx="6314848" cy="4524315"/>
          </a:xfrm>
          <a:prstGeom prst="rect">
            <a:avLst/>
          </a:prstGeom>
          <a:solidFill>
            <a:schemeClr val="bg1"/>
          </a:solidFill>
        </p:spPr>
        <p:txBody>
          <a:bodyPr wrap="square">
            <a:spAutoFit/>
          </a:bodyPr>
          <a:lstStyle/>
          <a:p>
            <a:r>
              <a:rPr lang="en-US" sz="1800">
                <a:solidFill>
                  <a:srgbClr val="0000FF"/>
                </a:solidFill>
                <a:latin typeface="Consolas" panose="020B0609020204030204" pitchFamily="49" charset="0"/>
              </a:rPr>
              <a:t>void</a:t>
            </a:r>
            <a:r>
              <a:rPr lang="en-US" sz="1800">
                <a:solidFill>
                  <a:srgbClr val="3B3B3B"/>
                </a:solidFill>
                <a:latin typeface="Consolas" panose="020B0609020204030204" pitchFamily="49" charset="0"/>
              </a:rPr>
              <a:t> </a:t>
            </a:r>
            <a:r>
              <a:rPr lang="en-US" sz="1800">
                <a:solidFill>
                  <a:srgbClr val="795E26"/>
                </a:solidFill>
                <a:latin typeface="Consolas" panose="020B0609020204030204" pitchFamily="49" charset="0"/>
              </a:rPr>
              <a:t>search_replace_min</a:t>
            </a:r>
            <a:r>
              <a:rPr lang="en-US" sz="1800">
                <a:solidFill>
                  <a:srgbClr val="3B3B3B"/>
                </a:solidFill>
                <a:latin typeface="Consolas" panose="020B0609020204030204" pitchFamily="49" charset="0"/>
              </a:rPr>
              <a:t>(</a:t>
            </a:r>
            <a:r>
              <a:rPr lang="en-US" sz="1800">
                <a:solidFill>
                  <a:srgbClr val="267F99"/>
                </a:solidFill>
                <a:latin typeface="Consolas" panose="020B0609020204030204" pitchFamily="49" charset="0"/>
              </a:rPr>
              <a:t>NODE</a:t>
            </a:r>
            <a:r>
              <a:rPr lang="en-US" sz="1800">
                <a:solidFill>
                  <a:srgbClr val="0000FF"/>
                </a:solidFill>
                <a:latin typeface="Consolas" panose="020B0609020204030204" pitchFamily="49" charset="0"/>
              </a:rPr>
              <a:t>*</a:t>
            </a:r>
            <a:r>
              <a:rPr lang="en-US" sz="1800">
                <a:solidFill>
                  <a:srgbClr val="3B3B3B"/>
                </a:solidFill>
                <a:latin typeface="Consolas" panose="020B0609020204030204" pitchFamily="49" charset="0"/>
              </a:rPr>
              <a:t> </a:t>
            </a:r>
            <a:r>
              <a:rPr lang="en-US" sz="1800">
                <a:solidFill>
                  <a:srgbClr val="0000FF"/>
                </a:solidFill>
                <a:latin typeface="Consolas" panose="020B0609020204030204" pitchFamily="49" charset="0"/>
              </a:rPr>
              <a:t>&amp;</a:t>
            </a:r>
            <a:r>
              <a:rPr lang="en-US" sz="1800">
                <a:solidFill>
                  <a:srgbClr val="001080"/>
                </a:solidFill>
                <a:latin typeface="Consolas" panose="020B0609020204030204" pitchFamily="49" charset="0"/>
              </a:rPr>
              <a:t>q</a:t>
            </a:r>
            <a:r>
              <a:rPr lang="en-US" sz="1800">
                <a:solidFill>
                  <a:srgbClr val="3B3B3B"/>
                </a:solidFill>
                <a:latin typeface="Consolas" panose="020B0609020204030204" pitchFamily="49" charset="0"/>
              </a:rPr>
              <a:t>, </a:t>
            </a:r>
            <a:r>
              <a:rPr lang="en-US" sz="1800">
                <a:solidFill>
                  <a:srgbClr val="267F99"/>
                </a:solidFill>
                <a:latin typeface="Consolas" panose="020B0609020204030204" pitchFamily="49" charset="0"/>
              </a:rPr>
              <a:t>NODE</a:t>
            </a:r>
            <a:r>
              <a:rPr lang="en-US" sz="1800">
                <a:solidFill>
                  <a:srgbClr val="0000FF"/>
                </a:solidFill>
                <a:latin typeface="Consolas" panose="020B0609020204030204" pitchFamily="49" charset="0"/>
              </a:rPr>
              <a:t>*</a:t>
            </a:r>
            <a:r>
              <a:rPr lang="en-US" sz="1800">
                <a:solidFill>
                  <a:srgbClr val="3B3B3B"/>
                </a:solidFill>
                <a:latin typeface="Consolas" panose="020B0609020204030204" pitchFamily="49" charset="0"/>
              </a:rPr>
              <a:t> </a:t>
            </a:r>
            <a:r>
              <a:rPr lang="en-US" sz="1800">
                <a:solidFill>
                  <a:srgbClr val="0000FF"/>
                </a:solidFill>
                <a:latin typeface="Consolas" panose="020B0609020204030204" pitchFamily="49" charset="0"/>
              </a:rPr>
              <a:t>&amp;</a:t>
            </a:r>
            <a:r>
              <a:rPr lang="en-US" sz="1800">
                <a:solidFill>
                  <a:srgbClr val="001080"/>
                </a:solidFill>
                <a:latin typeface="Consolas" panose="020B0609020204030204" pitchFamily="49" charset="0"/>
              </a:rPr>
              <a:t>pmin</a:t>
            </a:r>
            <a:r>
              <a:rPr lang="en-US" sz="1800">
                <a:solidFill>
                  <a:srgbClr val="3B3B3B"/>
                </a:solidFill>
                <a:latin typeface="Consolas" panose="020B0609020204030204" pitchFamily="49" charset="0"/>
              </a:rPr>
              <a:t>){</a:t>
            </a:r>
          </a:p>
          <a:p>
            <a:r>
              <a:rPr lang="en-US" sz="1800">
                <a:solidFill>
                  <a:srgbClr val="3B3B3B"/>
                </a:solidFill>
                <a:latin typeface="Consolas" panose="020B0609020204030204" pitchFamily="49" charset="0"/>
              </a:rPr>
              <a:t>    </a:t>
            </a:r>
            <a:r>
              <a:rPr lang="en-US" sz="1800">
                <a:solidFill>
                  <a:srgbClr val="AF00DB"/>
                </a:solidFill>
                <a:latin typeface="Consolas" panose="020B0609020204030204" pitchFamily="49" charset="0"/>
              </a:rPr>
              <a:t>if</a:t>
            </a:r>
            <a:r>
              <a:rPr lang="en-US" sz="1800">
                <a:solidFill>
                  <a:srgbClr val="3B3B3B"/>
                </a:solidFill>
                <a:latin typeface="Consolas" panose="020B0609020204030204" pitchFamily="49" charset="0"/>
              </a:rPr>
              <a:t>(</a:t>
            </a:r>
            <a:r>
              <a:rPr lang="en-US" sz="1800">
                <a:solidFill>
                  <a:srgbClr val="001080"/>
                </a:solidFill>
                <a:latin typeface="Consolas" panose="020B0609020204030204" pitchFamily="49" charset="0"/>
              </a:rPr>
              <a:t>pmin</a:t>
            </a:r>
            <a:r>
              <a:rPr lang="en-US" sz="1800">
                <a:solidFill>
                  <a:srgbClr val="3B3B3B"/>
                </a:solidFill>
                <a:latin typeface="Consolas" panose="020B0609020204030204" pitchFamily="49" charset="0"/>
              </a:rPr>
              <a:t>-&gt;</a:t>
            </a:r>
            <a:r>
              <a:rPr lang="en-US" sz="1800">
                <a:solidFill>
                  <a:srgbClr val="001080"/>
                </a:solidFill>
                <a:latin typeface="Consolas" panose="020B0609020204030204" pitchFamily="49" charset="0"/>
              </a:rPr>
              <a:t>left</a:t>
            </a:r>
            <a:r>
              <a:rPr lang="en-US" sz="1800">
                <a:solidFill>
                  <a:srgbClr val="3B3B3B"/>
                </a:solidFill>
                <a:latin typeface="Consolas" panose="020B0609020204030204" pitchFamily="49" charset="0"/>
              </a:rPr>
              <a:t> </a:t>
            </a:r>
            <a:r>
              <a:rPr lang="en-US" sz="1800">
                <a:solidFill>
                  <a:srgbClr val="000000"/>
                </a:solidFill>
                <a:latin typeface="Consolas" panose="020B0609020204030204" pitchFamily="49" charset="0"/>
              </a:rPr>
              <a:t>!=</a:t>
            </a:r>
            <a:r>
              <a:rPr lang="en-US" sz="1800">
                <a:solidFill>
                  <a:srgbClr val="3B3B3B"/>
                </a:solidFill>
                <a:latin typeface="Consolas" panose="020B0609020204030204" pitchFamily="49" charset="0"/>
              </a:rPr>
              <a:t> </a:t>
            </a:r>
            <a:r>
              <a:rPr lang="en-US" sz="1800">
                <a:solidFill>
                  <a:srgbClr val="0000FF"/>
                </a:solidFill>
                <a:latin typeface="Consolas" panose="020B0609020204030204" pitchFamily="49" charset="0"/>
              </a:rPr>
              <a:t>NULL</a:t>
            </a:r>
            <a:r>
              <a:rPr lang="en-US" sz="1800">
                <a:solidFill>
                  <a:srgbClr val="3B3B3B"/>
                </a:solidFill>
                <a:latin typeface="Consolas" panose="020B0609020204030204" pitchFamily="49" charset="0"/>
              </a:rPr>
              <a:t>){</a:t>
            </a:r>
          </a:p>
          <a:p>
            <a:r>
              <a:rPr lang="en-US" sz="1800">
                <a:solidFill>
                  <a:srgbClr val="3B3B3B"/>
                </a:solidFill>
                <a:latin typeface="Consolas" panose="020B0609020204030204" pitchFamily="49" charset="0"/>
              </a:rPr>
              <a:t>        </a:t>
            </a:r>
            <a:r>
              <a:rPr lang="en-US" sz="1800">
                <a:solidFill>
                  <a:srgbClr val="795E26"/>
                </a:solidFill>
                <a:latin typeface="Consolas" panose="020B0609020204030204" pitchFamily="49" charset="0"/>
              </a:rPr>
              <a:t>search_replace_min</a:t>
            </a:r>
            <a:r>
              <a:rPr lang="en-US" sz="1800">
                <a:solidFill>
                  <a:srgbClr val="3B3B3B"/>
                </a:solidFill>
                <a:latin typeface="Consolas" panose="020B0609020204030204" pitchFamily="49" charset="0"/>
              </a:rPr>
              <a:t>(</a:t>
            </a:r>
            <a:r>
              <a:rPr lang="en-US" sz="1800">
                <a:solidFill>
                  <a:srgbClr val="001080"/>
                </a:solidFill>
                <a:latin typeface="Consolas" panose="020B0609020204030204" pitchFamily="49" charset="0"/>
              </a:rPr>
              <a:t>q</a:t>
            </a:r>
            <a:r>
              <a:rPr lang="en-US" sz="1800">
                <a:solidFill>
                  <a:srgbClr val="3B3B3B"/>
                </a:solidFill>
                <a:latin typeface="Consolas" panose="020B0609020204030204" pitchFamily="49" charset="0"/>
              </a:rPr>
              <a:t>, </a:t>
            </a:r>
            <a:r>
              <a:rPr lang="en-US" sz="1800">
                <a:solidFill>
                  <a:srgbClr val="001080"/>
                </a:solidFill>
                <a:latin typeface="Consolas" panose="020B0609020204030204" pitchFamily="49" charset="0"/>
              </a:rPr>
              <a:t>pmin</a:t>
            </a:r>
            <a:r>
              <a:rPr lang="en-US" sz="1800">
                <a:solidFill>
                  <a:srgbClr val="3B3B3B"/>
                </a:solidFill>
                <a:latin typeface="Consolas" panose="020B0609020204030204" pitchFamily="49" charset="0"/>
              </a:rPr>
              <a:t>-&gt;</a:t>
            </a:r>
            <a:r>
              <a:rPr lang="en-US" sz="1800">
                <a:solidFill>
                  <a:srgbClr val="001080"/>
                </a:solidFill>
                <a:latin typeface="Consolas" panose="020B0609020204030204" pitchFamily="49" charset="0"/>
              </a:rPr>
              <a:t>left</a:t>
            </a:r>
            <a:r>
              <a:rPr lang="en-US" sz="1800">
                <a:solidFill>
                  <a:srgbClr val="3B3B3B"/>
                </a:solidFill>
                <a:latin typeface="Consolas" panose="020B0609020204030204" pitchFamily="49" charset="0"/>
              </a:rPr>
              <a:t>);</a:t>
            </a:r>
          </a:p>
          <a:p>
            <a:r>
              <a:rPr lang="en-US" sz="1800">
                <a:solidFill>
                  <a:srgbClr val="3B3B3B"/>
                </a:solidFill>
                <a:latin typeface="Consolas" panose="020B0609020204030204" pitchFamily="49" charset="0"/>
              </a:rPr>
              <a:t>    }</a:t>
            </a:r>
            <a:r>
              <a:rPr lang="en-US" sz="1800">
                <a:solidFill>
                  <a:srgbClr val="AF00DB"/>
                </a:solidFill>
                <a:latin typeface="Consolas" panose="020B0609020204030204" pitchFamily="49" charset="0"/>
              </a:rPr>
              <a:t>else</a:t>
            </a:r>
            <a:r>
              <a:rPr lang="en-US" sz="1800">
                <a:solidFill>
                  <a:srgbClr val="3B3B3B"/>
                </a:solidFill>
                <a:latin typeface="Consolas" panose="020B0609020204030204" pitchFamily="49" charset="0"/>
              </a:rPr>
              <a:t>{</a:t>
            </a:r>
          </a:p>
          <a:p>
            <a:r>
              <a:rPr lang="en-US" sz="1800">
                <a:solidFill>
                  <a:srgbClr val="3B3B3B"/>
                </a:solidFill>
                <a:latin typeface="Consolas" panose="020B0609020204030204" pitchFamily="49" charset="0"/>
              </a:rPr>
              <a:t>        </a:t>
            </a:r>
            <a:r>
              <a:rPr lang="en-US" sz="1800">
                <a:solidFill>
                  <a:srgbClr val="001080"/>
                </a:solidFill>
                <a:latin typeface="Consolas" panose="020B0609020204030204" pitchFamily="49" charset="0"/>
              </a:rPr>
              <a:t>q</a:t>
            </a:r>
            <a:r>
              <a:rPr lang="en-US" sz="1800">
                <a:solidFill>
                  <a:srgbClr val="3B3B3B"/>
                </a:solidFill>
                <a:latin typeface="Consolas" panose="020B0609020204030204" pitchFamily="49" charset="0"/>
              </a:rPr>
              <a:t>-&gt;</a:t>
            </a:r>
            <a:r>
              <a:rPr lang="en-US" sz="1800">
                <a:solidFill>
                  <a:srgbClr val="001080"/>
                </a:solidFill>
                <a:latin typeface="Consolas" panose="020B0609020204030204" pitchFamily="49" charset="0"/>
              </a:rPr>
              <a:t>info</a:t>
            </a:r>
            <a:r>
              <a:rPr lang="en-US" sz="1800">
                <a:solidFill>
                  <a:srgbClr val="3B3B3B"/>
                </a:solidFill>
                <a:latin typeface="Consolas" panose="020B0609020204030204" pitchFamily="49" charset="0"/>
              </a:rPr>
              <a:t> </a:t>
            </a:r>
            <a:r>
              <a:rPr lang="en-US" sz="1800">
                <a:solidFill>
                  <a:srgbClr val="000000"/>
                </a:solidFill>
                <a:latin typeface="Consolas" panose="020B0609020204030204" pitchFamily="49" charset="0"/>
              </a:rPr>
              <a:t>=</a:t>
            </a:r>
            <a:r>
              <a:rPr lang="en-US" sz="1800">
                <a:solidFill>
                  <a:srgbClr val="3B3B3B"/>
                </a:solidFill>
                <a:latin typeface="Consolas" panose="020B0609020204030204" pitchFamily="49" charset="0"/>
              </a:rPr>
              <a:t> </a:t>
            </a:r>
            <a:r>
              <a:rPr lang="en-US" sz="1800">
                <a:solidFill>
                  <a:srgbClr val="001080"/>
                </a:solidFill>
                <a:latin typeface="Consolas" panose="020B0609020204030204" pitchFamily="49" charset="0"/>
              </a:rPr>
              <a:t>pmin</a:t>
            </a:r>
            <a:r>
              <a:rPr lang="en-US" sz="1800">
                <a:solidFill>
                  <a:srgbClr val="3B3B3B"/>
                </a:solidFill>
                <a:latin typeface="Consolas" panose="020B0609020204030204" pitchFamily="49" charset="0"/>
              </a:rPr>
              <a:t>-&gt;</a:t>
            </a:r>
            <a:r>
              <a:rPr lang="en-US" sz="1800">
                <a:solidFill>
                  <a:srgbClr val="001080"/>
                </a:solidFill>
                <a:latin typeface="Consolas" panose="020B0609020204030204" pitchFamily="49" charset="0"/>
              </a:rPr>
              <a:t>info</a:t>
            </a:r>
            <a:r>
              <a:rPr lang="en-US" sz="1800">
                <a:solidFill>
                  <a:srgbClr val="3B3B3B"/>
                </a:solidFill>
                <a:latin typeface="Consolas" panose="020B0609020204030204" pitchFamily="49" charset="0"/>
              </a:rPr>
              <a:t>;</a:t>
            </a:r>
          </a:p>
          <a:p>
            <a:r>
              <a:rPr lang="en-US" sz="1800">
                <a:solidFill>
                  <a:srgbClr val="3B3B3B"/>
                </a:solidFill>
                <a:latin typeface="Consolas" panose="020B0609020204030204" pitchFamily="49" charset="0"/>
              </a:rPr>
              <a:t>        </a:t>
            </a:r>
            <a:r>
              <a:rPr lang="en-US" sz="1800">
                <a:solidFill>
                  <a:srgbClr val="001080"/>
                </a:solidFill>
                <a:latin typeface="Consolas" panose="020B0609020204030204" pitchFamily="49" charset="0"/>
              </a:rPr>
              <a:t>q</a:t>
            </a:r>
            <a:r>
              <a:rPr lang="en-US" sz="1800">
                <a:solidFill>
                  <a:srgbClr val="3B3B3B"/>
                </a:solidFill>
                <a:latin typeface="Consolas" panose="020B0609020204030204" pitchFamily="49" charset="0"/>
              </a:rPr>
              <a:t> </a:t>
            </a:r>
            <a:r>
              <a:rPr lang="en-US" sz="1800">
                <a:solidFill>
                  <a:srgbClr val="000000"/>
                </a:solidFill>
                <a:latin typeface="Consolas" panose="020B0609020204030204" pitchFamily="49" charset="0"/>
              </a:rPr>
              <a:t>=</a:t>
            </a:r>
            <a:r>
              <a:rPr lang="en-US" sz="1800">
                <a:solidFill>
                  <a:srgbClr val="3B3B3B"/>
                </a:solidFill>
                <a:latin typeface="Consolas" panose="020B0609020204030204" pitchFamily="49" charset="0"/>
              </a:rPr>
              <a:t> </a:t>
            </a:r>
            <a:r>
              <a:rPr lang="en-US" sz="1800">
                <a:solidFill>
                  <a:srgbClr val="001080"/>
                </a:solidFill>
                <a:latin typeface="Consolas" panose="020B0609020204030204" pitchFamily="49" charset="0"/>
              </a:rPr>
              <a:t>pmin</a:t>
            </a:r>
            <a:r>
              <a:rPr lang="en-US" sz="1800">
                <a:solidFill>
                  <a:srgbClr val="3B3B3B"/>
                </a:solidFill>
                <a:latin typeface="Consolas" panose="020B0609020204030204" pitchFamily="49" charset="0"/>
              </a:rPr>
              <a:t>;</a:t>
            </a:r>
          </a:p>
          <a:p>
            <a:r>
              <a:rPr lang="en-US" sz="1800">
                <a:solidFill>
                  <a:srgbClr val="3B3B3B"/>
                </a:solidFill>
                <a:latin typeface="Consolas" panose="020B0609020204030204" pitchFamily="49" charset="0"/>
              </a:rPr>
              <a:t>        </a:t>
            </a:r>
            <a:r>
              <a:rPr lang="en-US" sz="1800">
                <a:solidFill>
                  <a:srgbClr val="001080"/>
                </a:solidFill>
                <a:latin typeface="Consolas" panose="020B0609020204030204" pitchFamily="49" charset="0"/>
              </a:rPr>
              <a:t>pmin</a:t>
            </a:r>
            <a:r>
              <a:rPr lang="en-US" sz="1800">
                <a:solidFill>
                  <a:srgbClr val="3B3B3B"/>
                </a:solidFill>
                <a:latin typeface="Consolas" panose="020B0609020204030204" pitchFamily="49" charset="0"/>
              </a:rPr>
              <a:t> </a:t>
            </a:r>
            <a:r>
              <a:rPr lang="en-US" sz="1800">
                <a:solidFill>
                  <a:srgbClr val="000000"/>
                </a:solidFill>
                <a:latin typeface="Consolas" panose="020B0609020204030204" pitchFamily="49" charset="0"/>
              </a:rPr>
              <a:t>=</a:t>
            </a:r>
            <a:r>
              <a:rPr lang="en-US" sz="1800">
                <a:solidFill>
                  <a:srgbClr val="3B3B3B"/>
                </a:solidFill>
                <a:latin typeface="Consolas" panose="020B0609020204030204" pitchFamily="49" charset="0"/>
              </a:rPr>
              <a:t> </a:t>
            </a:r>
            <a:r>
              <a:rPr lang="en-US" sz="1800">
                <a:solidFill>
                  <a:srgbClr val="001080"/>
                </a:solidFill>
                <a:latin typeface="Consolas" panose="020B0609020204030204" pitchFamily="49" charset="0"/>
              </a:rPr>
              <a:t>pmin</a:t>
            </a:r>
            <a:r>
              <a:rPr lang="en-US" sz="1800">
                <a:solidFill>
                  <a:srgbClr val="3B3B3B"/>
                </a:solidFill>
                <a:latin typeface="Consolas" panose="020B0609020204030204" pitchFamily="49" charset="0"/>
              </a:rPr>
              <a:t>-&gt;</a:t>
            </a:r>
            <a:r>
              <a:rPr lang="en-US" sz="1800">
                <a:solidFill>
                  <a:srgbClr val="001080"/>
                </a:solidFill>
                <a:latin typeface="Consolas" panose="020B0609020204030204" pitchFamily="49" charset="0"/>
              </a:rPr>
              <a:t>right</a:t>
            </a:r>
            <a:r>
              <a:rPr lang="en-US" sz="1800">
                <a:solidFill>
                  <a:srgbClr val="3B3B3B"/>
                </a:solidFill>
                <a:latin typeface="Consolas" panose="020B0609020204030204" pitchFamily="49" charset="0"/>
              </a:rPr>
              <a:t>;</a:t>
            </a:r>
          </a:p>
          <a:p>
            <a:r>
              <a:rPr lang="en-US" sz="1800">
                <a:solidFill>
                  <a:srgbClr val="3B3B3B"/>
                </a:solidFill>
                <a:latin typeface="Consolas" panose="020B0609020204030204" pitchFamily="49" charset="0"/>
              </a:rPr>
              <a:t>    }</a:t>
            </a:r>
          </a:p>
          <a:p>
            <a:r>
              <a:rPr lang="en-US" sz="1800">
                <a:solidFill>
                  <a:srgbClr val="3B3B3B"/>
                </a:solidFill>
                <a:latin typeface="Consolas" panose="020B0609020204030204" pitchFamily="49" charset="0"/>
              </a:rPr>
              <a:t>}</a:t>
            </a:r>
          </a:p>
          <a:p>
            <a:endParaRPr lang="en-US" sz="1800" b="0">
              <a:solidFill>
                <a:srgbClr val="3B3B3B"/>
              </a:solidFill>
              <a:effectLst/>
              <a:latin typeface="Consolas" panose="020B0609020204030204" pitchFamily="49" charset="0"/>
            </a:endParaRPr>
          </a:p>
          <a:p>
            <a:endParaRPr lang="en-US" sz="1800" b="0">
              <a:solidFill>
                <a:srgbClr val="3B3B3B"/>
              </a:solidFill>
              <a:effectLst/>
              <a:latin typeface="Consolas" panose="020B0609020204030204" pitchFamily="49" charset="0"/>
            </a:endParaRPr>
          </a:p>
          <a:p>
            <a:endParaRPr lang="en-US" sz="1800">
              <a:solidFill>
                <a:srgbClr val="3B3B3B"/>
              </a:solidFill>
              <a:latin typeface="Consolas" panose="020B0609020204030204" pitchFamily="49" charset="0"/>
            </a:endParaRPr>
          </a:p>
          <a:p>
            <a:endParaRPr lang="en-US" sz="1800">
              <a:solidFill>
                <a:srgbClr val="3B3B3B"/>
              </a:solidFill>
              <a:latin typeface="Consolas" panose="020B0609020204030204" pitchFamily="49" charset="0"/>
            </a:endParaRPr>
          </a:p>
          <a:p>
            <a:endParaRPr lang="en-US" sz="1800" b="0">
              <a:solidFill>
                <a:srgbClr val="3B3B3B"/>
              </a:solidFill>
              <a:effectLst/>
              <a:latin typeface="Consolas" panose="020B0609020204030204" pitchFamily="49" charset="0"/>
            </a:endParaRPr>
          </a:p>
          <a:p>
            <a:endParaRPr lang="en-US" sz="1800">
              <a:solidFill>
                <a:srgbClr val="3B3B3B"/>
              </a:solidFill>
              <a:latin typeface="Consolas" panose="020B0609020204030204" pitchFamily="49" charset="0"/>
            </a:endParaRPr>
          </a:p>
          <a:p>
            <a:endParaRPr lang="en-US" sz="1800" b="0">
              <a:solidFill>
                <a:srgbClr val="3B3B3B"/>
              </a:solidFill>
              <a:effectLst/>
              <a:latin typeface="Consolas" panose="020B0609020204030204" pitchFamily="49" charset="0"/>
            </a:endParaRPr>
          </a:p>
        </p:txBody>
      </p:sp>
      <p:sp>
        <p:nvSpPr>
          <p:cNvPr id="8" name="Rectangle 7">
            <a:extLst>
              <a:ext uri="{FF2B5EF4-FFF2-40B4-BE49-F238E27FC236}">
                <a16:creationId xmlns:a16="http://schemas.microsoft.com/office/drawing/2014/main" id="{B11EE91E-27FF-4C2D-A589-11FF448EFD3C}"/>
              </a:ext>
            </a:extLst>
          </p:cNvPr>
          <p:cNvSpPr/>
          <p:nvPr/>
        </p:nvSpPr>
        <p:spPr>
          <a:xfrm>
            <a:off x="3579144" y="2598055"/>
            <a:ext cx="449468" cy="4905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solidFill>
                  <a:srgbClr val="C00000"/>
                </a:solidFill>
                <a:latin typeface="Consolas" panose="020B0609020204030204" pitchFamily="49" charset="0"/>
                <a:ea typeface="Calibri" panose="020F0502020204030204" pitchFamily="34" charset="0"/>
                <a:cs typeface="Calibri" panose="020F0502020204030204" pitchFamily="34" charset="0"/>
              </a:rPr>
              <a:t>q</a:t>
            </a:r>
          </a:p>
        </p:txBody>
      </p:sp>
      <p:sp>
        <p:nvSpPr>
          <p:cNvPr id="9" name="Rectangle 8">
            <a:extLst>
              <a:ext uri="{FF2B5EF4-FFF2-40B4-BE49-F238E27FC236}">
                <a16:creationId xmlns:a16="http://schemas.microsoft.com/office/drawing/2014/main" id="{BED5398F-C7AE-46E5-A5A1-159F42C076E0}"/>
              </a:ext>
            </a:extLst>
          </p:cNvPr>
          <p:cNvSpPr/>
          <p:nvPr/>
        </p:nvSpPr>
        <p:spPr>
          <a:xfrm>
            <a:off x="3591782" y="3769361"/>
            <a:ext cx="854655" cy="8534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solidFill>
                  <a:srgbClr val="C00000"/>
                </a:solidFill>
                <a:latin typeface="Consolas" panose="020B0609020204030204" pitchFamily="49" charset="0"/>
                <a:ea typeface="Calibri" panose="020F0502020204030204" pitchFamily="34" charset="0"/>
                <a:cs typeface="Calibri" panose="020F0502020204030204" pitchFamily="34" charset="0"/>
              </a:rPr>
              <a:t>pmin</a:t>
            </a:r>
          </a:p>
        </p:txBody>
      </p:sp>
    </p:spTree>
    <p:extLst>
      <p:ext uri="{BB962C8B-B14F-4D97-AF65-F5344CB8AC3E}">
        <p14:creationId xmlns:p14="http://schemas.microsoft.com/office/powerpoint/2010/main" val="194801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1B3D5-8C8B-45F0-A523-E339DE4329FA}"/>
              </a:ext>
            </a:extLst>
          </p:cNvPr>
          <p:cNvSpPr>
            <a:spLocks noGrp="1"/>
          </p:cNvSpPr>
          <p:nvPr>
            <p:ph type="title"/>
          </p:nvPr>
        </p:nvSpPr>
        <p:spPr/>
        <p:txBody>
          <a:bodyPr/>
          <a:lstStyle/>
          <a:p>
            <a:r>
              <a:rPr lang="en-AU"/>
              <a:t>Xóa phần tử có giá trị x</a:t>
            </a:r>
            <a:endParaRPr lang="en-AU" dirty="0"/>
          </a:p>
        </p:txBody>
      </p:sp>
      <p:pic>
        <p:nvPicPr>
          <p:cNvPr id="128006" name="Picture 2">
            <a:extLst>
              <a:ext uri="{FF2B5EF4-FFF2-40B4-BE49-F238E27FC236}">
                <a16:creationId xmlns:a16="http://schemas.microsoft.com/office/drawing/2014/main" id="{FFE1C566-9F93-485A-869C-9C94A74551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0460" y="1564621"/>
            <a:ext cx="8915400" cy="4579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Footer Placeholder 9">
            <a:extLst>
              <a:ext uri="{FF2B5EF4-FFF2-40B4-BE49-F238E27FC236}">
                <a16:creationId xmlns:a16="http://schemas.microsoft.com/office/drawing/2014/main" id="{5E88E592-3811-49A7-B368-1445ABE7C95A}"/>
              </a:ext>
            </a:extLst>
          </p:cNvPr>
          <p:cNvSpPr>
            <a:spLocks noGrp="1"/>
          </p:cNvSpPr>
          <p:nvPr>
            <p:ph type="ftr" sz="quarter" idx="11"/>
          </p:nvPr>
        </p:nvSpPr>
        <p:spPr/>
        <p:txBody>
          <a:bodyPr/>
          <a:lstStyle/>
          <a:p>
            <a:r>
              <a:rPr lang="en-US"/>
              <a:t>Cấu Trúc Dữ Liệu &amp; Giải Thuật (Data Structures &amp; Algorithms) - Cây (Tree)</a:t>
            </a:r>
          </a:p>
        </p:txBody>
      </p:sp>
      <p:sp>
        <p:nvSpPr>
          <p:cNvPr id="11" name="Slide Number Placeholder 10">
            <a:extLst>
              <a:ext uri="{FF2B5EF4-FFF2-40B4-BE49-F238E27FC236}">
                <a16:creationId xmlns:a16="http://schemas.microsoft.com/office/drawing/2014/main" id="{6F64623B-87DE-4437-BEFD-4B7E19D7C9C8}"/>
              </a:ext>
            </a:extLst>
          </p:cNvPr>
          <p:cNvSpPr>
            <a:spLocks noGrp="1"/>
          </p:cNvSpPr>
          <p:nvPr>
            <p:ph type="sldNum" sz="quarter" idx="12"/>
          </p:nvPr>
        </p:nvSpPr>
        <p:spPr/>
        <p:txBody>
          <a:bodyPr/>
          <a:lstStyle/>
          <a:p>
            <a:fld id="{21782F98-F548-4E33-958E-D2A6C4BA8EFA}" type="slidenum">
              <a:rPr lang="en-US" smtClean="0"/>
              <a:t>21</a:t>
            </a:fld>
            <a:endParaRPr lang="en-US"/>
          </a:p>
        </p:txBody>
      </p:sp>
      <p:sp>
        <p:nvSpPr>
          <p:cNvPr id="12" name="Date Placeholder 11">
            <a:extLst>
              <a:ext uri="{FF2B5EF4-FFF2-40B4-BE49-F238E27FC236}">
                <a16:creationId xmlns:a16="http://schemas.microsoft.com/office/drawing/2014/main" id="{7414D131-50C4-4FB3-BC94-119E060413B6}"/>
              </a:ext>
            </a:extLst>
          </p:cNvPr>
          <p:cNvSpPr>
            <a:spLocks noGrp="1"/>
          </p:cNvSpPr>
          <p:nvPr>
            <p:ph type="dt" sz="half" idx="10"/>
          </p:nvPr>
        </p:nvSpPr>
        <p:spPr/>
        <p:txBody>
          <a:bodyPr/>
          <a:lstStyle/>
          <a:p>
            <a:fld id="{A39E1B16-1F08-4C2B-ABB1-6D81617F4EF8}" type="datetime1">
              <a:rPr lang="vi-VN" smtClean="0"/>
              <a:t>01/12/2024</a:t>
            </a:fld>
            <a:endParaRPr lang="en-US"/>
          </a:p>
        </p:txBody>
      </p:sp>
    </p:spTree>
    <p:extLst>
      <p:ext uri="{BB962C8B-B14F-4D97-AF65-F5344CB8AC3E}">
        <p14:creationId xmlns:p14="http://schemas.microsoft.com/office/powerpoint/2010/main" val="2527655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CC98E-0063-415F-9D92-488B1AD9B70C}"/>
              </a:ext>
            </a:extLst>
          </p:cNvPr>
          <p:cNvSpPr>
            <a:spLocks noGrp="1"/>
          </p:cNvSpPr>
          <p:nvPr>
            <p:ph type="title"/>
          </p:nvPr>
        </p:nvSpPr>
        <p:spPr/>
        <p:txBody>
          <a:bodyPr/>
          <a:lstStyle/>
          <a:p>
            <a:r>
              <a:rPr lang="en-AU"/>
              <a:t>Hủy toàn bộ cây</a:t>
            </a:r>
            <a:endParaRPr lang="en-AU" dirty="0"/>
          </a:p>
        </p:txBody>
      </p:sp>
      <p:sp>
        <p:nvSpPr>
          <p:cNvPr id="134150" name="Content Placeholder 2">
            <a:extLst>
              <a:ext uri="{FF2B5EF4-FFF2-40B4-BE49-F238E27FC236}">
                <a16:creationId xmlns:a16="http://schemas.microsoft.com/office/drawing/2014/main" id="{013C9998-D136-4DD1-8E20-C6644A99E4FD}"/>
              </a:ext>
            </a:extLst>
          </p:cNvPr>
          <p:cNvSpPr>
            <a:spLocks noGrp="1"/>
          </p:cNvSpPr>
          <p:nvPr>
            <p:ph idx="1"/>
          </p:nvPr>
        </p:nvSpPr>
        <p:spPr/>
        <p:txBody>
          <a:bodyPr/>
          <a:lstStyle/>
          <a:p>
            <a:r>
              <a:rPr lang="en-AU" altLang="en-US"/>
              <a:t>Hủy cây con trái </a:t>
            </a:r>
            <a:r>
              <a:rPr lang="en-AU" altLang="en-US">
                <a:sym typeface="Wingdings" panose="05000000000000000000" pitchFamily="2" charset="2"/>
              </a:rPr>
              <a:t></a:t>
            </a:r>
            <a:r>
              <a:rPr lang="en-AU" altLang="en-US"/>
              <a:t> hủy cây con phải </a:t>
            </a:r>
            <a:r>
              <a:rPr lang="en-AU" altLang="en-US">
                <a:sym typeface="Wingdings" panose="05000000000000000000" pitchFamily="2" charset="2"/>
              </a:rPr>
              <a:t> </a:t>
            </a:r>
            <a:r>
              <a:rPr lang="en-AU" altLang="en-US"/>
              <a:t>hủy nút gốc.</a:t>
            </a:r>
          </a:p>
        </p:txBody>
      </p:sp>
      <p:sp>
        <p:nvSpPr>
          <p:cNvPr id="10" name="Rectangle 9">
            <a:extLst>
              <a:ext uri="{FF2B5EF4-FFF2-40B4-BE49-F238E27FC236}">
                <a16:creationId xmlns:a16="http://schemas.microsoft.com/office/drawing/2014/main" id="{3B6467CB-D341-4C87-925F-537B7BD9E644}"/>
              </a:ext>
            </a:extLst>
          </p:cNvPr>
          <p:cNvSpPr/>
          <p:nvPr/>
        </p:nvSpPr>
        <p:spPr>
          <a:xfrm>
            <a:off x="1566441" y="2293829"/>
            <a:ext cx="6096000" cy="2677656"/>
          </a:xfrm>
          <a:prstGeom prst="rect">
            <a:avLst/>
          </a:prstGeom>
        </p:spPr>
        <p:txBody>
          <a:bodyPr>
            <a:spAutoFit/>
          </a:bodyPr>
          <a:lstStyle/>
          <a:p>
            <a:r>
              <a:rPr lang="en-US">
                <a:solidFill>
                  <a:srgbClr val="0000FF"/>
                </a:solidFill>
                <a:latin typeface="Consolas" panose="020B0609020204030204" pitchFamily="49" charset="0"/>
              </a:rPr>
              <a:t>void</a:t>
            </a:r>
            <a:r>
              <a:rPr lang="en-US">
                <a:solidFill>
                  <a:srgbClr val="000000"/>
                </a:solidFill>
                <a:latin typeface="Consolas" panose="020B0609020204030204" pitchFamily="49" charset="0"/>
              </a:rPr>
              <a:t> </a:t>
            </a:r>
            <a:r>
              <a:rPr lang="en-US">
                <a:solidFill>
                  <a:srgbClr val="795E26"/>
                </a:solidFill>
                <a:latin typeface="Consolas" panose="020B0609020204030204" pitchFamily="49" charset="0"/>
              </a:rPr>
              <a:t>DeleteAll</a:t>
            </a:r>
            <a:r>
              <a:rPr lang="en-US">
                <a:solidFill>
                  <a:srgbClr val="000000"/>
                </a:solidFill>
                <a:latin typeface="Consolas" panose="020B0609020204030204" pitchFamily="49" charset="0"/>
              </a:rPr>
              <a:t>(</a:t>
            </a:r>
            <a:r>
              <a:rPr lang="en-US">
                <a:solidFill>
                  <a:srgbClr val="267F99"/>
                </a:solidFill>
                <a:latin typeface="Consolas" panose="020B0609020204030204" pitchFamily="49" charset="0"/>
              </a:rPr>
              <a:t>BNODE</a:t>
            </a:r>
            <a:r>
              <a:rPr lang="en-US">
                <a:solidFill>
                  <a:srgbClr val="0000FF"/>
                </a:solidFill>
                <a:latin typeface="Consolas" panose="020B0609020204030204" pitchFamily="49" charset="0"/>
              </a:rPr>
              <a:t>*</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&amp;</a:t>
            </a:r>
            <a:r>
              <a:rPr lang="en-US">
                <a:solidFill>
                  <a:srgbClr val="001080"/>
                </a:solidFill>
                <a:latin typeface="Consolas" panose="020B0609020204030204" pitchFamily="49" charset="0"/>
              </a:rPr>
              <a:t>p</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if</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p</a:t>
            </a:r>
            <a:r>
              <a:rPr lang="en-US">
                <a:solidFill>
                  <a:srgbClr val="000000"/>
                </a:solidFill>
                <a:latin typeface="Consolas" panose="020B0609020204030204" pitchFamily="49" charset="0"/>
              </a:rPr>
              <a:t> != </a:t>
            </a:r>
            <a:r>
              <a:rPr lang="en-US">
                <a:solidFill>
                  <a:srgbClr val="0000FF"/>
                </a:solidFill>
                <a:latin typeface="Consolas" panose="020B0609020204030204" pitchFamily="49" charset="0"/>
              </a:rPr>
              <a:t>NULL</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r>
              <a:rPr lang="en-US">
                <a:solidFill>
                  <a:srgbClr val="795E26"/>
                </a:solidFill>
                <a:latin typeface="Consolas" panose="020B0609020204030204" pitchFamily="49" charset="0"/>
              </a:rPr>
              <a:t>DeleteAll</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p</a:t>
            </a:r>
            <a:r>
              <a:rPr lang="en-US">
                <a:solidFill>
                  <a:srgbClr val="000000"/>
                </a:solidFill>
                <a:latin typeface="Consolas" panose="020B0609020204030204" pitchFamily="49" charset="0"/>
              </a:rPr>
              <a:t>-&gt;</a:t>
            </a:r>
            <a:r>
              <a:rPr lang="en-US">
                <a:solidFill>
                  <a:srgbClr val="001080"/>
                </a:solidFill>
                <a:latin typeface="Consolas" panose="020B0609020204030204" pitchFamily="49" charset="0"/>
              </a:rPr>
              <a:t>left</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795E26"/>
                </a:solidFill>
                <a:latin typeface="Consolas" panose="020B0609020204030204" pitchFamily="49" charset="0"/>
              </a:rPr>
              <a:t>DeleteAll</a:t>
            </a:r>
            <a:r>
              <a:rPr lang="en-US">
                <a:solidFill>
                  <a:srgbClr val="000000"/>
                </a:solidFill>
                <a:latin typeface="Consolas" panose="020B0609020204030204" pitchFamily="49" charset="0"/>
              </a:rPr>
              <a:t>(</a:t>
            </a:r>
            <a:r>
              <a:rPr lang="en-US">
                <a:solidFill>
                  <a:srgbClr val="001080"/>
                </a:solidFill>
                <a:latin typeface="Consolas" panose="020B0609020204030204" pitchFamily="49" charset="0"/>
              </a:rPr>
              <a:t>p</a:t>
            </a:r>
            <a:r>
              <a:rPr lang="en-US">
                <a:solidFill>
                  <a:srgbClr val="000000"/>
                </a:solidFill>
                <a:latin typeface="Consolas" panose="020B0609020204030204" pitchFamily="49" charset="0"/>
              </a:rPr>
              <a:t>-&gt;</a:t>
            </a:r>
            <a:r>
              <a:rPr lang="en-US">
                <a:solidFill>
                  <a:srgbClr val="001080"/>
                </a:solidFill>
                <a:latin typeface="Consolas" panose="020B0609020204030204" pitchFamily="49" charset="0"/>
              </a:rPr>
              <a:t>right</a:t>
            </a:r>
            <a:r>
              <a:rPr lang="en-US">
                <a:solidFill>
                  <a:srgbClr val="000000"/>
                </a:solidFill>
                <a:latin typeface="Consolas" panose="020B0609020204030204" pitchFamily="49" charset="0"/>
              </a:rPr>
              <a:t>);</a:t>
            </a:r>
          </a:p>
          <a:p>
            <a:r>
              <a:rPr lang="en-US">
                <a:solidFill>
                  <a:srgbClr val="000000"/>
                </a:solidFill>
                <a:latin typeface="Consolas" panose="020B0609020204030204" pitchFamily="49" charset="0"/>
              </a:rPr>
              <a:t>        </a:t>
            </a:r>
            <a:r>
              <a:rPr lang="en-US">
                <a:solidFill>
                  <a:srgbClr val="AF00DB"/>
                </a:solidFill>
                <a:latin typeface="Consolas" panose="020B0609020204030204" pitchFamily="49" charset="0"/>
              </a:rPr>
              <a:t>delete</a:t>
            </a:r>
            <a:r>
              <a:rPr lang="en-US">
                <a:solidFill>
                  <a:srgbClr val="000000"/>
                </a:solidFill>
                <a:latin typeface="Consolas" panose="020B0609020204030204" pitchFamily="49" charset="0"/>
              </a:rPr>
              <a:t> </a:t>
            </a:r>
            <a:r>
              <a:rPr lang="en-US">
                <a:solidFill>
                  <a:srgbClr val="001080"/>
                </a:solidFill>
                <a:latin typeface="Consolas" panose="020B0609020204030204" pitchFamily="49" charset="0"/>
              </a:rPr>
              <a:t>p</a:t>
            </a:r>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    }</a:t>
            </a:r>
          </a:p>
          <a:p>
            <a:r>
              <a:rPr lang="en-US">
                <a:solidFill>
                  <a:srgbClr val="000000"/>
                </a:solidFill>
                <a:latin typeface="Consolas" panose="020B0609020204030204" pitchFamily="49" charset="0"/>
              </a:rPr>
              <a:t>}</a:t>
            </a:r>
          </a:p>
        </p:txBody>
      </p:sp>
      <p:pic>
        <p:nvPicPr>
          <p:cNvPr id="14" name="Picture 2">
            <a:extLst>
              <a:ext uri="{FF2B5EF4-FFF2-40B4-BE49-F238E27FC236}">
                <a16:creationId xmlns:a16="http://schemas.microsoft.com/office/drawing/2014/main" id="{249AA1CB-A672-4B18-80EE-917099F1F9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5499" y="2293829"/>
            <a:ext cx="5116053" cy="2550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Footer Placeholder 10">
            <a:extLst>
              <a:ext uri="{FF2B5EF4-FFF2-40B4-BE49-F238E27FC236}">
                <a16:creationId xmlns:a16="http://schemas.microsoft.com/office/drawing/2014/main" id="{FAB9DD15-8AE8-4FF1-ACBC-8436927CD6B7}"/>
              </a:ext>
            </a:extLst>
          </p:cNvPr>
          <p:cNvSpPr>
            <a:spLocks noGrp="1"/>
          </p:cNvSpPr>
          <p:nvPr>
            <p:ph type="ftr" sz="quarter" idx="11"/>
          </p:nvPr>
        </p:nvSpPr>
        <p:spPr/>
        <p:txBody>
          <a:bodyPr/>
          <a:lstStyle/>
          <a:p>
            <a:r>
              <a:rPr lang="en-US"/>
              <a:t>Cấu Trúc Dữ Liệu &amp; Giải Thuật (Data Structures &amp; Algorithms) - Cây (Tree)</a:t>
            </a:r>
          </a:p>
        </p:txBody>
      </p:sp>
      <p:sp>
        <p:nvSpPr>
          <p:cNvPr id="12" name="Slide Number Placeholder 11">
            <a:extLst>
              <a:ext uri="{FF2B5EF4-FFF2-40B4-BE49-F238E27FC236}">
                <a16:creationId xmlns:a16="http://schemas.microsoft.com/office/drawing/2014/main" id="{3C3E76F0-2595-4DD3-9BEA-5EE27A1CC2B3}"/>
              </a:ext>
            </a:extLst>
          </p:cNvPr>
          <p:cNvSpPr>
            <a:spLocks noGrp="1"/>
          </p:cNvSpPr>
          <p:nvPr>
            <p:ph type="sldNum" sz="quarter" idx="12"/>
          </p:nvPr>
        </p:nvSpPr>
        <p:spPr/>
        <p:txBody>
          <a:bodyPr/>
          <a:lstStyle/>
          <a:p>
            <a:fld id="{21782F98-F548-4E33-958E-D2A6C4BA8EFA}" type="slidenum">
              <a:rPr lang="en-US" smtClean="0"/>
              <a:t>22</a:t>
            </a:fld>
            <a:endParaRPr lang="en-US"/>
          </a:p>
        </p:txBody>
      </p:sp>
      <p:sp>
        <p:nvSpPr>
          <p:cNvPr id="13" name="Date Placeholder 12">
            <a:extLst>
              <a:ext uri="{FF2B5EF4-FFF2-40B4-BE49-F238E27FC236}">
                <a16:creationId xmlns:a16="http://schemas.microsoft.com/office/drawing/2014/main" id="{C0830612-C21C-4698-AC95-BD89C2B419AC}"/>
              </a:ext>
            </a:extLst>
          </p:cNvPr>
          <p:cNvSpPr>
            <a:spLocks noGrp="1"/>
          </p:cNvSpPr>
          <p:nvPr>
            <p:ph type="dt" sz="half" idx="10"/>
          </p:nvPr>
        </p:nvSpPr>
        <p:spPr/>
        <p:txBody>
          <a:bodyPr/>
          <a:lstStyle/>
          <a:p>
            <a:fld id="{28BD3E50-CC64-439C-81B9-F5AB3E33EC74}" type="datetime1">
              <a:rPr lang="vi-VN" smtClean="0"/>
              <a:t>01/12/2024</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D3DA867-87AE-4E06-BCBE-F32E273922B7}"/>
              </a:ext>
            </a:extLst>
          </p:cNvPr>
          <p:cNvPicPr>
            <a:picLocks noChangeAspect="1"/>
          </p:cNvPicPr>
          <p:nvPr/>
        </p:nvPicPr>
        <p:blipFill>
          <a:blip r:embed="rId3"/>
          <a:stretch>
            <a:fillRect/>
          </a:stretch>
        </p:blipFill>
        <p:spPr>
          <a:xfrm>
            <a:off x="3059621" y="1371600"/>
            <a:ext cx="6072759" cy="3771900"/>
          </a:xfrm>
          <a:prstGeom prst="rect">
            <a:avLst/>
          </a:prstGeom>
        </p:spPr>
      </p:pic>
    </p:spTree>
    <p:extLst>
      <p:ext uri="{BB962C8B-B14F-4D97-AF65-F5344CB8AC3E}">
        <p14:creationId xmlns:p14="http://schemas.microsoft.com/office/powerpoint/2010/main" val="3521731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HSU">
  <a:themeElements>
    <a:clrScheme name="Cooking_16x9">
      <a:dk1>
        <a:srgbClr val="000000"/>
      </a:dk1>
      <a:lt1>
        <a:sysClr val="window" lastClr="FFFFFF"/>
      </a:lt1>
      <a:dk2>
        <a:srgbClr val="7F7F7F"/>
      </a:dk2>
      <a:lt2>
        <a:srgbClr val="E6E6E6"/>
      </a:lt2>
      <a:accent1>
        <a:srgbClr val="89C01C"/>
      </a:accent1>
      <a:accent2>
        <a:srgbClr val="FCB22C"/>
      </a:accent2>
      <a:accent3>
        <a:srgbClr val="FE750E"/>
      </a:accent3>
      <a:accent4>
        <a:srgbClr val="F23610"/>
      </a:accent4>
      <a:accent5>
        <a:srgbClr val="7C283A"/>
      </a:accent5>
      <a:accent6>
        <a:srgbClr val="3E7520"/>
      </a:accent6>
      <a:hlink>
        <a:srgbClr val="89C01C"/>
      </a:hlink>
      <a:folHlink>
        <a:srgbClr val="A6A6A6"/>
      </a:folHlink>
    </a:clrScheme>
    <a:fontScheme name="Constantia">
      <a:maj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1Subtle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gradFill rotWithShape="1">
          <a:gsLst>
            <a:gs pos="0">
              <a:schemeClr val="phClr">
                <a:tint val="50000"/>
                <a:satMod val="180000"/>
              </a:schemeClr>
            </a:gs>
            <a:gs pos="100000">
              <a:schemeClr val="phClr">
                <a:shade val="45000"/>
                <a:satMod val="120000"/>
              </a:schemeClr>
            </a:gs>
          </a:gsLst>
          <a:path path="circle">
            <a:fillToRect l="180000" t="50000" b="50000"/>
          </a:path>
        </a:gradFill>
      </a:bgFillStyleLst>
    </a:fmtScheme>
  </a:themeElements>
  <a:objectDefaults>
    <a:lnDef>
      <a:spPr>
        <a:ln w="28575">
          <a:solidFill>
            <a:srgbClr val="002060"/>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HSU" id="{A63A0C5C-11F4-4574-9CEA-7651809D1C0D}" vid="{7CE2F1C4-7BBE-4197-8E6A-747A89601E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HSU</Template>
  <TotalTime>9729</TotalTime>
  <Words>971</Words>
  <Application>Microsoft Office PowerPoint</Application>
  <PresentationFormat>Widescreen</PresentationFormat>
  <Paragraphs>186</Paragraphs>
  <Slides>23</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Consolas</vt:lpstr>
      <vt:lpstr>Constantia</vt:lpstr>
      <vt:lpstr>Verdana</vt:lpstr>
      <vt:lpstr>Wingdings</vt:lpstr>
      <vt:lpstr>HSU</vt:lpstr>
      <vt:lpstr> Cấu Trúc Dữ Liệu &amp; Giải Thuật</vt:lpstr>
      <vt:lpstr>Bài 8 – Cây (Tree)</vt:lpstr>
      <vt:lpstr>Cây Tìm Kiếm Nhị Phân</vt:lpstr>
      <vt:lpstr>Khái niệm về BSTREE</vt:lpstr>
      <vt:lpstr>Khái niệm về BSTREE</vt:lpstr>
      <vt:lpstr>Các tính chất của BSTREE</vt:lpstr>
      <vt:lpstr>Các thao tác trên BSTREE</vt:lpstr>
      <vt:lpstr>Tạo cây BSTREE</vt:lpstr>
      <vt:lpstr>Tìm kiếm phần tử x = 20</vt:lpstr>
      <vt:lpstr>Tìm kiếm phần tử x = 46</vt:lpstr>
      <vt:lpstr>Tìm kiếm phần tử x</vt:lpstr>
      <vt:lpstr>Tìm giá trị nhỏ/lớn nhất</vt:lpstr>
      <vt:lpstr>Thêm phần tử 22 vào cây</vt:lpstr>
      <vt:lpstr>Thêm phần tử 45 vào cây</vt:lpstr>
      <vt:lpstr>Xóa phần tử có giá trị x</vt:lpstr>
      <vt:lpstr>Xóa phần tử có giá trị x</vt:lpstr>
      <vt:lpstr>Xóa phần tử có giá trị x</vt:lpstr>
      <vt:lpstr>Xóa phần tử có giá trị x</vt:lpstr>
      <vt:lpstr>Xóa phần tử có giá trị x</vt:lpstr>
      <vt:lpstr>Xóa phần tử có giá trị x</vt:lpstr>
      <vt:lpstr>Xóa phần tử có giá trị x</vt:lpstr>
      <vt:lpstr>Hủy toàn bộ cây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Cấu Trúc Dữ Liệu &amp; Giải Thuật</dc:title>
  <dc:creator>Trung Phan</dc:creator>
  <cp:lastModifiedBy>Trung Phan</cp:lastModifiedBy>
  <cp:revision>243</cp:revision>
  <dcterms:created xsi:type="dcterms:W3CDTF">2021-03-26T08:09:27Z</dcterms:created>
  <dcterms:modified xsi:type="dcterms:W3CDTF">2024-12-01T15:34:01Z</dcterms:modified>
</cp:coreProperties>
</file>