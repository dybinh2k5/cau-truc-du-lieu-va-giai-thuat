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0FA6-A82B-4A71-9BA4-EB26E0D1F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5131D-FBD6-403F-B9F1-9A3CFE06B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8C633-DED5-416E-BE78-8CD5E5611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4ACB-24EA-4884-BCBE-E9312752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27774-9CE4-4D18-9A6D-8AA596DB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9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CA11-7A04-441E-86FD-D3376C70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DBC5-7217-4885-97B0-9CC3EB0C1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BF406-9405-4C51-8CA4-9A5631AA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BB8E3-1CF2-4A7E-828A-DC939A0E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5780-0C40-4B59-91E8-BFB0C23B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2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58E8-096E-400E-A301-36A988FF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8C350-2B17-428D-8FD6-B6EDF4F8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7580-AE5C-40D9-80F9-F617B549D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E027-9787-4606-8749-32217099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8914A-7C77-4613-9258-0ED912D3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4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F691-534E-4C13-8D57-C540B0A1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E630-1050-4CBA-AECA-86F2D4646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D3E5A-2825-498C-8BE8-5448CF2DA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97C92-1B5C-4E3B-A47D-3DA567FB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D7976-651B-47A1-BEF1-432FB477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39B39-2004-4F90-A9F1-BC5AF966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5EC3-F41C-4FFB-AD27-EAAC9BD17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6C287-7170-4789-95E5-EA754792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490F4-6430-47A1-A268-0BD18AEAE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758EF-2188-48AF-A5A7-ECA4AA0DC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6F9B65-25E2-47D3-A796-6893F00C2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31F09-68EA-4F67-B970-04F23C59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C9446-2082-4E4D-B4BE-BD916DDF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EAE7E-27CC-4522-AAAF-7FAD7241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7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0ED8-D648-47E2-B927-2E6A4A97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8A21D-6EA4-4E99-9083-C69AFFA2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20384-9631-4C24-B9C3-0CACCC22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FFCBC-2DAD-42AD-944E-1E00E958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0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70676-90EC-4A39-B06A-3F088F1B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3AE08-744D-4FA9-B6F4-7B2A74F8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D8CB2-93A5-4439-B2B6-61BCD3CE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3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CCE1-B481-4F4F-BAC8-F8A7EB5F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BA9A-991C-4A64-84B9-0644FBD1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24CFD-05A9-45B2-A514-E00E7A7DF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3815E-E100-4DE0-87DD-A1688D56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B1112-0E72-45E1-A6DB-35020994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0B5AE-179C-497F-A856-F8E38985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7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AF37-55D8-43BD-89C7-F585852A4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568EE-B063-4237-BB4B-5E8B02412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5581A-A704-4841-B2C9-BA46A391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8AA2F-9CC9-494E-89D0-D25FB6F9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A5B7A-E7A9-4F39-91AF-000A90E1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5BAAA-4A6B-41B1-919E-2EB2A4ED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3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65A8-E7E9-4458-8033-9AB65F8E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F0B5C-F888-498A-84E9-0962DCED5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B035-42E3-4307-926A-677F5A04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0727-36CB-40B8-836C-640FF6CB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CB7D9-613A-41F5-B2D8-4D5F81E7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8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F2007-CB30-4F3E-87A3-635C3E17F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9F6B1-935B-43C4-8EEE-373F72D9E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01B0A-898B-41DA-8A13-3F0108B3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AE7F-908A-4FCD-BDBC-668D84D8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54AFC-5FD9-4F1A-8B9F-CFEA29D7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1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CBEEB-D6E4-45F4-AB17-A545CEDC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6D7C-5BDD-4D98-84D6-B06340EB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EAA85-6282-43AB-8463-95E8104D9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17E3-F99E-47BA-BEDA-0E3C8C7CFAED}" type="datetimeFigureOut">
              <a:rPr lang="en-US" smtClean="0"/>
              <a:t>10/14/2021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B2FA6-3B50-4153-BE58-4430EA4BE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53B7-14F7-4396-9922-101065263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27AF3-9E93-493E-959A-98BFB596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4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9FD6A57C-7FD2-4AD8-B4C2-142606524D6C}"/>
              </a:ext>
            </a:extLst>
          </p:cNvPr>
          <p:cNvGrpSpPr/>
          <p:nvPr/>
        </p:nvGrpSpPr>
        <p:grpSpPr>
          <a:xfrm>
            <a:off x="894522" y="349457"/>
            <a:ext cx="4594788" cy="2818561"/>
            <a:chOff x="2324442" y="1709530"/>
            <a:chExt cx="4969223" cy="332464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E81773-2B21-4F64-B18E-5863245DB366}"/>
                </a:ext>
              </a:extLst>
            </p:cNvPr>
            <p:cNvSpPr/>
            <p:nvPr/>
          </p:nvSpPr>
          <p:spPr>
            <a:xfrm>
              <a:off x="2494722" y="1709530"/>
              <a:ext cx="584752" cy="5466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D15850-1129-4291-956A-27691A95A2CA}"/>
                </a:ext>
              </a:extLst>
            </p:cNvPr>
            <p:cNvSpPr/>
            <p:nvPr/>
          </p:nvSpPr>
          <p:spPr>
            <a:xfrm>
              <a:off x="4293704" y="2544417"/>
              <a:ext cx="584752" cy="5466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4B1392-9E5E-4363-BE65-028309AA9B13}"/>
                </a:ext>
              </a:extLst>
            </p:cNvPr>
            <p:cNvSpPr/>
            <p:nvPr/>
          </p:nvSpPr>
          <p:spPr>
            <a:xfrm>
              <a:off x="6708913" y="1888434"/>
              <a:ext cx="584752" cy="5466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DDC538-CFEA-49A8-99BB-FE6663206311}"/>
                </a:ext>
              </a:extLst>
            </p:cNvPr>
            <p:cNvSpPr/>
            <p:nvPr/>
          </p:nvSpPr>
          <p:spPr>
            <a:xfrm>
              <a:off x="6096000" y="3443908"/>
              <a:ext cx="584752" cy="5466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6BE9E-64AF-4A82-863B-A7A07A3D9F78}"/>
                </a:ext>
              </a:extLst>
            </p:cNvPr>
            <p:cNvSpPr/>
            <p:nvPr/>
          </p:nvSpPr>
          <p:spPr>
            <a:xfrm>
              <a:off x="2865782" y="4487518"/>
              <a:ext cx="584752" cy="5466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2894A16-CD24-4DDC-B5BD-535BE4C104DC}"/>
                </a:ext>
              </a:extLst>
            </p:cNvPr>
            <p:cNvCxnSpPr>
              <a:cxnSpLocks/>
            </p:cNvCxnSpPr>
            <p:nvPr/>
          </p:nvCxnSpPr>
          <p:spPr>
            <a:xfrm>
              <a:off x="3045190" y="2114278"/>
              <a:ext cx="1299865" cy="6416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C5D21FD-F920-4A98-8CFF-72FEAF6F1BB7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2787098" y="2256182"/>
              <a:ext cx="258092" cy="22710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3A5013-825F-475C-B487-BA403DEE7B50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3364899" y="3011014"/>
              <a:ext cx="1014440" cy="15565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9193E0C-F87B-4C2A-9B23-47B52691B649}"/>
                </a:ext>
              </a:extLst>
            </p:cNvPr>
            <p:cNvCxnSpPr>
              <a:stCxn id="10" idx="6"/>
              <a:endCxn id="9" idx="3"/>
            </p:cNvCxnSpPr>
            <p:nvPr/>
          </p:nvCxnSpPr>
          <p:spPr>
            <a:xfrm flipV="1">
              <a:off x="3450534" y="3910505"/>
              <a:ext cx="2731101" cy="8503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6674BBC-90C3-498F-8A8C-D06E09BC8ED0}"/>
                </a:ext>
              </a:extLst>
            </p:cNvPr>
            <p:cNvCxnSpPr>
              <a:stCxn id="9" idx="7"/>
              <a:endCxn id="8" idx="4"/>
            </p:cNvCxnSpPr>
            <p:nvPr/>
          </p:nvCxnSpPr>
          <p:spPr>
            <a:xfrm flipV="1">
              <a:off x="6595117" y="2435086"/>
              <a:ext cx="406172" cy="1088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22ADEDB-0738-4A0C-B486-EE6C556EACB2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4878456" y="2161760"/>
              <a:ext cx="1830457" cy="655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AA15CB4-AC04-4CBA-8E53-FA3E651DC9C4}"/>
                </a:ext>
              </a:extLst>
            </p:cNvPr>
            <p:cNvCxnSpPr>
              <a:stCxn id="7" idx="5"/>
              <a:endCxn id="9" idx="1"/>
            </p:cNvCxnSpPr>
            <p:nvPr/>
          </p:nvCxnSpPr>
          <p:spPr>
            <a:xfrm>
              <a:off x="4792821" y="3011014"/>
              <a:ext cx="1388814" cy="5129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4A4B26-4ADB-4470-92EE-CFB6C7407B6C}"/>
                </a:ext>
              </a:extLst>
            </p:cNvPr>
            <p:cNvSpPr/>
            <p:nvPr/>
          </p:nvSpPr>
          <p:spPr>
            <a:xfrm>
              <a:off x="3259576" y="2057127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3A876B-1CC8-4EFF-AE4B-F6C1E277C6E1}"/>
                </a:ext>
              </a:extLst>
            </p:cNvPr>
            <p:cNvSpPr/>
            <p:nvPr/>
          </p:nvSpPr>
          <p:spPr>
            <a:xfrm>
              <a:off x="2324442" y="3133310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0E9508-B3F8-4E30-BC53-1E63A7A60BF6}"/>
                </a:ext>
              </a:extLst>
            </p:cNvPr>
            <p:cNvSpPr/>
            <p:nvPr/>
          </p:nvSpPr>
          <p:spPr>
            <a:xfrm>
              <a:off x="3382012" y="3431214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13B63A-C188-4E1E-8FCC-55899284F86F}"/>
                </a:ext>
              </a:extLst>
            </p:cNvPr>
            <p:cNvSpPr/>
            <p:nvPr/>
          </p:nvSpPr>
          <p:spPr>
            <a:xfrm>
              <a:off x="4325625" y="4317037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4ABF8B7-05DB-4DDB-B82F-9257058AEFFB}"/>
                </a:ext>
              </a:extLst>
            </p:cNvPr>
            <p:cNvSpPr/>
            <p:nvPr/>
          </p:nvSpPr>
          <p:spPr>
            <a:xfrm>
              <a:off x="5090978" y="2882347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60422B-DA48-46FA-9591-1C37E17E6DA7}"/>
                </a:ext>
              </a:extLst>
            </p:cNvPr>
            <p:cNvSpPr/>
            <p:nvPr/>
          </p:nvSpPr>
          <p:spPr>
            <a:xfrm>
              <a:off x="5250005" y="2129729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7E2F69-C2D4-494A-9BDC-1F03A20675AC}"/>
                </a:ext>
              </a:extLst>
            </p:cNvPr>
            <p:cNvSpPr/>
            <p:nvPr/>
          </p:nvSpPr>
          <p:spPr>
            <a:xfrm>
              <a:off x="6247033" y="2765563"/>
              <a:ext cx="809300" cy="4373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</p:grpSp>
      <p:graphicFrame>
        <p:nvGraphicFramePr>
          <p:cNvPr id="68" name="Table 68">
            <a:extLst>
              <a:ext uri="{FF2B5EF4-FFF2-40B4-BE49-F238E27FC236}">
                <a16:creationId xmlns:a16="http://schemas.microsoft.com/office/drawing/2014/main" id="{C2469D27-871F-4E48-9176-4A205EF29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517016"/>
              </p:ext>
            </p:extLst>
          </p:nvPr>
        </p:nvGraphicFramePr>
        <p:xfrm>
          <a:off x="6089969" y="719667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  <p:graphicFrame>
        <p:nvGraphicFramePr>
          <p:cNvPr id="23" name="Table 68">
            <a:extLst>
              <a:ext uri="{FF2B5EF4-FFF2-40B4-BE49-F238E27FC236}">
                <a16:creationId xmlns:a16="http://schemas.microsoft.com/office/drawing/2014/main" id="{961C34F3-C571-4630-8A33-0111ACC5C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45887"/>
              </p:ext>
            </p:extLst>
          </p:nvPr>
        </p:nvGraphicFramePr>
        <p:xfrm>
          <a:off x="8831434" y="719667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  <p:graphicFrame>
        <p:nvGraphicFramePr>
          <p:cNvPr id="25" name="Table 68">
            <a:extLst>
              <a:ext uri="{FF2B5EF4-FFF2-40B4-BE49-F238E27FC236}">
                <a16:creationId xmlns:a16="http://schemas.microsoft.com/office/drawing/2014/main" id="{5196CB40-3E03-438E-B15C-D1007A1C4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726262"/>
              </p:ext>
            </p:extLst>
          </p:nvPr>
        </p:nvGraphicFramePr>
        <p:xfrm>
          <a:off x="604895" y="3429015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  <p:graphicFrame>
        <p:nvGraphicFramePr>
          <p:cNvPr id="27" name="Table 68">
            <a:extLst>
              <a:ext uri="{FF2B5EF4-FFF2-40B4-BE49-F238E27FC236}">
                <a16:creationId xmlns:a16="http://schemas.microsoft.com/office/drawing/2014/main" id="{D95CD4B0-3FD9-4016-AC36-E2604B3F1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16073"/>
              </p:ext>
            </p:extLst>
          </p:nvPr>
        </p:nvGraphicFramePr>
        <p:xfrm>
          <a:off x="3367245" y="3429015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  <p:graphicFrame>
        <p:nvGraphicFramePr>
          <p:cNvPr id="29" name="Table 68">
            <a:extLst>
              <a:ext uri="{FF2B5EF4-FFF2-40B4-BE49-F238E27FC236}">
                <a16:creationId xmlns:a16="http://schemas.microsoft.com/office/drawing/2014/main" id="{F7AB137D-A7AA-48EA-AD47-1C7EC744B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498365"/>
              </p:ext>
            </p:extLst>
          </p:nvPr>
        </p:nvGraphicFramePr>
        <p:xfrm>
          <a:off x="6096000" y="3428985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  <p:graphicFrame>
        <p:nvGraphicFramePr>
          <p:cNvPr id="37" name="Table 68">
            <a:extLst>
              <a:ext uri="{FF2B5EF4-FFF2-40B4-BE49-F238E27FC236}">
                <a16:creationId xmlns:a16="http://schemas.microsoft.com/office/drawing/2014/main" id="{8F36393B-C283-4B99-A462-205B629FF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71032"/>
              </p:ext>
            </p:extLst>
          </p:nvPr>
        </p:nvGraphicFramePr>
        <p:xfrm>
          <a:off x="8854571" y="3428985"/>
          <a:ext cx="2308595" cy="2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719">
                  <a:extLst>
                    <a:ext uri="{9D8B030D-6E8A-4147-A177-3AD203B41FA5}">
                      <a16:colId xmlns:a16="http://schemas.microsoft.com/office/drawing/2014/main" val="40880652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763743448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2047122367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3654433454"/>
                    </a:ext>
                  </a:extLst>
                </a:gridCol>
                <a:gridCol w="461719">
                  <a:extLst>
                    <a:ext uri="{9D8B030D-6E8A-4147-A177-3AD203B41FA5}">
                      <a16:colId xmlns:a16="http://schemas.microsoft.com/office/drawing/2014/main" val="4122554376"/>
                    </a:ext>
                  </a:extLst>
                </a:gridCol>
              </a:tblGrid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5156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35799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917125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890523"/>
                  </a:ext>
                </a:extLst>
              </a:tr>
              <a:tr h="4422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0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47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162</Words>
  <Application>Microsoft Office PowerPoint</Application>
  <PresentationFormat>Widescreen</PresentationFormat>
  <Paragraphs>162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Phan</dc:creator>
  <cp:lastModifiedBy>Trung Phan</cp:lastModifiedBy>
  <cp:revision>6</cp:revision>
  <dcterms:created xsi:type="dcterms:W3CDTF">2021-10-14T04:06:26Z</dcterms:created>
  <dcterms:modified xsi:type="dcterms:W3CDTF">2021-10-14T07:00:07Z</dcterms:modified>
</cp:coreProperties>
</file>